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13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0C7E6-EF87-4AF7-A80A-45F5B64EDEC8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12663-C9B1-4D4E-94B5-E2F2F81BF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6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212663-C9B1-4D4E-94B5-E2F2F81BF0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49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3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5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02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22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3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60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5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5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85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0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39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353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11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9496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36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07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61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8ABA664-74E1-4F69-9164-0C2C0FAB4C0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D11F5BE-3C51-494B-901D-678E06F4A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773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2832" y="891073"/>
            <a:ext cx="8001000" cy="2971801"/>
          </a:xfrm>
        </p:spPr>
        <p:txBody>
          <a:bodyPr/>
          <a:lstStyle/>
          <a:p>
            <a:r>
              <a:rPr lang="en-US" dirty="0" err="1" smtClean="0"/>
              <a:t>NovaCode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45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027" y="91178"/>
            <a:ext cx="8534400" cy="1507067"/>
          </a:xfrm>
        </p:spPr>
        <p:txBody>
          <a:bodyPr/>
          <a:lstStyle/>
          <a:p>
            <a:r>
              <a:rPr lang="en-US" dirty="0" smtClean="0"/>
              <a:t>Our game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835" y="1714499"/>
            <a:ext cx="5734173" cy="4009293"/>
          </a:xfrm>
        </p:spPr>
        <p:txBody>
          <a:bodyPr/>
          <a:lstStyle/>
          <a:p>
            <a:r>
              <a:rPr lang="en-US" dirty="0" smtClean="0"/>
              <a:t>We have created a simple </a:t>
            </a:r>
            <a:r>
              <a:rPr lang="en-US" dirty="0" err="1" smtClean="0"/>
              <a:t>HangMan</a:t>
            </a:r>
            <a:r>
              <a:rPr lang="en-US" dirty="0" smtClean="0"/>
              <a:t> game. Its an easy word‑guessing game where players are given empty spaces for letters where they have to </a:t>
            </a:r>
            <a:r>
              <a:rPr lang="en-US" dirty="0" err="1" smtClean="0"/>
              <a:t>gues</a:t>
            </a:r>
            <a:r>
              <a:rPr lang="en-US" dirty="0" smtClean="0"/>
              <a:t> what letters to put in the spaces to form a word.  It’s a relaxing game with which people can both chill and compete with </a:t>
            </a:r>
            <a:r>
              <a:rPr lang="en-US" dirty="0" err="1" smtClean="0"/>
              <a:t>eatchother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685" y="2004646"/>
            <a:ext cx="3719146" cy="3719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9302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4954" y="140676"/>
            <a:ext cx="3448172" cy="1017953"/>
          </a:xfrm>
        </p:spPr>
        <p:txBody>
          <a:bodyPr/>
          <a:lstStyle/>
          <a:p>
            <a:r>
              <a:rPr lang="en-US" dirty="0" smtClean="0"/>
              <a:t>The creators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19454" y="4774223"/>
            <a:ext cx="3105273" cy="102153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Scrum Trainer – </a:t>
            </a:r>
            <a:r>
              <a:rPr lang="bg-BG" dirty="0" smtClean="0"/>
              <a:t>Ангел </a:t>
            </a:r>
            <a:r>
              <a:rPr lang="bg-BG" dirty="0" err="1" smtClean="0"/>
              <a:t>Фриедериш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243019" y="4774223"/>
            <a:ext cx="3105273" cy="102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 smtClean="0"/>
              <a:t>BackEnd</a:t>
            </a:r>
            <a:r>
              <a:rPr lang="en-US" dirty="0" smtClean="0"/>
              <a:t> Developer – </a:t>
            </a:r>
            <a:r>
              <a:rPr lang="bg-BG" dirty="0" smtClean="0"/>
              <a:t>Георги Христов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437314" y="4774223"/>
            <a:ext cx="3105273" cy="102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 smtClean="0"/>
              <a:t>FrontEnd</a:t>
            </a:r>
            <a:r>
              <a:rPr lang="en-US" dirty="0" smtClean="0"/>
              <a:t> Developer</a:t>
            </a:r>
            <a:r>
              <a:rPr lang="bg-BG" dirty="0" smtClean="0"/>
              <a:t> </a:t>
            </a:r>
            <a:r>
              <a:rPr lang="en-US" dirty="0" smtClean="0"/>
              <a:t>– </a:t>
            </a:r>
            <a:r>
              <a:rPr lang="bg-BG" dirty="0" smtClean="0"/>
              <a:t>Димитър Янакиев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517303" y="4774223"/>
            <a:ext cx="3105273" cy="102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Designer –</a:t>
            </a:r>
            <a:r>
              <a:rPr lang="bg-BG" dirty="0" smtClean="0"/>
              <a:t> Виктор Георгиев</a:t>
            </a:r>
            <a:endParaRPr lang="en-US" dirty="0"/>
          </a:p>
        </p:txBody>
      </p:sp>
      <p:sp>
        <p:nvSpPr>
          <p:cNvPr id="9" name="AutoShape 2" descr="https://teams.microsoft.com/api/mt/emea/beta/users/24f5ea70-1af3-4745-8c66-eba1675e359f/profilepicturev2/8:orgid:24f5ea70-1af3-4745-8c66-eba1675e359f?displayname=%D0%94%D0%B8%D0%BC%D0%B8%D1%82%D1%8A%D1%80%20%D0%92%D0%B0%D1%81%D0%B8%D0%BB%D0%B5%D0%B2%20%D0%AF%D0%BD%D0%B0%D0%BA%D0%B8%D0%B5%D0%B2&amp;size=HR64x64&amp;ETag=1764617532498&amp;avatarETag=SignIn_176461752968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63" y="1836331"/>
            <a:ext cx="2331900" cy="2406323"/>
          </a:xfrm>
          <a:prstGeom prst="rect">
            <a:avLst/>
          </a:prstGeom>
        </p:spPr>
      </p:pic>
      <p:sp>
        <p:nvSpPr>
          <p:cNvPr id="12" name="AutoShape 4" descr="data:image/png;base64,iVBORw0KGgoAAAANSUhEUgAAAFwAAABdCAYAAAAoswH9AAAAAXNSR0IArs4c6QAAAARnQU1BAACxjwv8YQUAAAAJcEhZcwAADsMAAA7DAcdvqGQAADNISURBVHhehb1Zry3JdaD3xZDTHs5wz51rYJVIikWqOYkUBzVaaLWg9kPD3YD1C4yWSLV/Bf9HG+CTAQO2bAP9IBiGAYvtlkiJRbIokpLIYl1WsaZbdzzDHjIzBj+siNyx971sB5Dn5BAZGbFixZpXbPV33//rqJQCIP8HiDFO10opYozTs7JOWUIIzzyLUc5zTVW0F2NEaZ1f2GtPqV17+X/uU64n/dt9UymFNWbvvk5Neg7fNcTop3p5rOW4D0v53dz/fI1K43lOO3v3/u77fz2NUmt9MOhdxfK6vFdel/fydb4VUgdyC0opAWTuVAJsrkcMU3ur1YrV5RXvvvsuxhhu3brF2Y3rGGPy51BKoTUYrVHqWaDt+pYnLz9PE1OM/RAOMUZydVUMu5zASNj75v55qhMj6vuv/038jbPxnPNcpg/9hv9MmCnvhTxp6VmMUQaW30nPQ5qoRw8fcHl5yV/91V/xi1/8guA82+2WcRxRSvHp3/kMX/va1/j4xz/ObDbDWksIDmsMWu/GYYwRgE2HT8/SyiowPPf9eYCLacXpNIKyTowR0iQ/28Z+++r1H3w35pcOgU4CWgn4w5Lv5Xq/CeCH75bfy9fee+7du8d3vvMd3vjhDwkhMI7j3nveexm41iiluHnzJtevX6eqDcMw8LWvfY2vfvWrGKOm9gVjPTHGqZ8lIJVSe5hLAYM8pkMMjyqNIab39T4MSoDn6z2Aq7TE9zpTVMxHrptLeb+8t3u2f++wxBgZx5FHjx7xF3/xF/z85z9ns9kwbLfP9ElrTQgB5xxaa6y1KKXw3hPxVFVF27b8wR/8AX/yJ38yYbq856axUJINnSaFQ0Dt+qeUAp2eFwDfey8vmIOxCp/YFfX6D747Mc3DD8q1tBRjSIPPLe8AfQhMAXS+J+0droAQhETc++VbvPHGG3z/+99ntVoRQmAYBkLY0fDcLyFBgqlE6Udd13jvQSvGcaRrWpRS/Lf/7t/yx3/8R3Rti/DlHeONiZzlopTaA2BZJlJ/gGjkfiUMP7y/WzJ5HAlxXv/Bd2PGHIqZz4PNAA5BaN8OY3cDOCyxWLolSVEFxjo38u1vf5sfvv4DYoxst1u01vR9v9dG7ktmkCG6CeAqYbe1dqKxta2IMVI1NZ///Of503//37NYLNKA91fjHqIZGWcGeO7vbwL4BJ//H4DvY3hAgwBRKTUxGPY6E4ixxM6Y7h1ieCmeaYyxSNu7AeZJDSHw0Yf3+fEbP4TgGLZrNIHgBnTBznJd7z0qRoJzuDEQg0xc3/eEEPE+EH1ARXDOEUJgHLb8+I0f8t3vfrfoQ9lyAbQDQOZ+kgFa4FS+VjFNTnkjVdyfgFLi0ejyYca+wxnLJQO5BCLPfGCfU+8mqqgXAr/61a+IThhgLLC/nMR8nlddfj6OY7GCkjj5nHfHceQv//Ivuby8lO8+p5QAPhzb865zyd9+HqxiQb4AlMq6wd6UqwlYUlGuyxUgLymUkuWcG5H6+zQx33+mXpD23753D6sNKoLVZgKgMUYAnLDaao1JpIME/FJOziuQBPj8zRgjwzDw5MkT7t+/nyZFsD+PsQRo9GHq267t3f8dVu9GGmMkht2kheCIiWbLu8+R8aeTgonkxnJ5HpYezmxZP18f1snXq8tL/ukf/nGSNLTWGCXndV1PGJe/m4ENsjoO+6aypBIjzjmcc3jvJ6nmxz/+UQEUIVFZvDzsd24z3z98noEZQngucHf1d2SphMUEZaHTFJgtZYehu/u5Q9J4xnjNIc0GUJhJosgffuONN+j7Xj7uQWuLtTVdM5sm3lrRGEnKi2iPclgNVoNREU2A4FA6onSkMgqrgahp6o5x23PvzV8+I/kEAi44Eth2QCz+5z6XY/Ix4mNMwPZoIip4dAQV4nTkElUgJMkqxrgDeEjLieIjz8PQfC8/L+uUz6aBFUs4Y9fbb79NUwmD9qOjNpZKJ43QB6qqQqME+9nJ4JqkoAQhTfl7Sil0FLtJ/l5lFASHtZb79+9zef4EPw4ENzK6Ae8GFBCDJ/p9MpNLeS+EQIiyKkKywcQY8V74SV5hZf3D9pRS6Ix96VZxvisysDhJJ3JPMJqoIe5o1OEklUVWRsANI4SI1Yq2qagrg9FAcPhhTLRdgGpUxGRhQClUjBglWGw0aBXlP0omhIB3A8GPxOCoK8M4bLk4f8xmfUG/vSIMG3Aj0fdEN0Lw+OAKUS4Sok+4H0AJRoepTgAfxDCmAqhAUBCUGMmCIkknBYKkopVSRKkxlYy5GXihkAg4oGuHAD7EkPw/JgCeP3nCr9++h1HQ2oqmMrTWYLVCeY+OgXG1QoeAdo5WayrvqYFGKWqtaYzBojEBrNIYFCaRmkobaqMxRAxRABMCbruiX12yvbpgWF8x9mvcdo0f1rhxQ3QjfuiJ3kEQnhEnBSlMGJ1NBIdjzaWEW8kWc12dZ+gQcIKNZYMK0pLeEzujR5GMOs/h8tN1FAb2s5/8FDeM+HFku16xaBsskZk12OAxfsC6gco72hhovGehNSdWc1RpjuqKzihqA7VWVOmojabScNQ2zGyFNRqFrI7gRp48eIDv18Rhw7i5Ythc0a8vGbc7wAff492W4HvwDrwjjAPReaLzaAIqelT0E2bnsRqErMnEZJLz7P9JSimBewj8UhP9r5UY455qfAh8gPvvfyAkQymMgkprwnbDcVtxUltOK8ud4yWffvkF/uWXvsg//+xn+PwrL/HJmzd49eSEW23FWW25XltOKsNCa2ZaMTeaZWU46RqOuprGaBE5jYbguHj6hOAFi8O4wfdbfL8V4K8v6ddXuH5NGLZEPxLHHVmKwUEU0qOyfT+NJ8OqvCflWRoOoF7/wfemO4eA5jkkItPSTGamD4dMu3bv7DMOjeu3/Kf/4y944/XXiX7E+MCyrQjrFZ977bc5XS5YzJacnp5ytJgR3Ijyns3lFVdXV3z00Uc8ffqUVd/z+OKSp+s1F9stThuigqZr6Zqa9dhzvh5YDyOzxRzvR37/61/m61/9ktB7rVBJ3ldKgdYYU2GMwdgaZSuqqiFOEpJCmax7aKJSoPdt8Yewy+hpMllWAa0s5hvf+NNvUcjhsZBOMrDKxtRvmJgsQZS2h/3JEhn0b7/3N1yenxPGkUrDK7dv8fUvfY6vf+EL3Dy7xqJrYRiIzlHpSIvnZNZw0rWczDuuLxecdC13b97g7NoJp2enzGcz2q6jaWq6uprE29E7jKkgRs6uHfPii3eZjG7piERUOohJpIue4B1+7FFRLJHRO7GlRz0JD0JkNdmJksecn6EKh0uUL6nXf/C9WM7QhLHP0PAdhj/vfvlfzuX9jPnee6Ib+fZ//I+8//ZbjJsVt04W/Hd//IdcP1ryTz/9GW/98h7n55f0fY9zA22l+eRLL/KF1z7FYt4Rx4Fx23O1WTOEyEU/8vMPH/DBk6d8+Pgxm9FRacNsucAbxdOrNdvREYAv/e4/45///lewRpiZ1lqwNmmuRmu0MTJBRhN8TPqBFiw3GmUNRjcoo9HagjITxmf4qWTwUkpWgEYRJgdj0jTzkcvzgM0BndrD+uJjzyulQuFHh4qBSis++9pvc/fmdT545x53bt3kj/7VH/Jv/ps/5uu/9yU+9YlXuX12Bs7x+NEDhs0a5waIDh0cYVhz/vhDzu+/x9Wjh1Ru5LSruL7ssG5LXF3x8q3r6CiK0dgPeD/ivZ800eA8wXtiVvv9iHMDrt9C8KKqezm8G/HjgB83Ina6UWi89xCCYHCGT9ghZghiVCPBz3zjm3/6redh+G+agOeBtHxndx6AWIqgEAL/8JOf8PjhfbTb8q//5R+g+4EXbt3k5tkZrQUbA8vGclQZri06rp8cczSfUTeWuqpww8B6fcVquybEyNFyyfWTI1554Q6fevlFXrl1xt3rZ5wsOvptz4hi8AN379zgzp1bkMy0SkkflRCZqe8hKUFKCfufSC0BrbQQ5wiKKFQpkS+lFFoJfBIEEFt2FBKE+BKewfDMSFTS7krsLScmF+ncs9OgspP44N7t27fpmoZlJ8A8Pjpi3s0IbkBF2PYbLi4uePr0KRdPz7k6v2AYHCfH1zg6OcbWFd5Htpthsp0vFguOjxZUVmOJNCpy82jJSzdOOZ13mBhoWpswXLC81AyDE2wfR3kWg5h7Y7LNxBjREbwfcX4kJGyPXv4T/aRxhhAgaZ4cIC6lLYX0MC//jNUToLP994DBkkiGzGtR/2CC8vkrr7xCVVVcOzmltobFTOwdl+cX3L//gAfnG/7hV+/x5ocPee/xJQ/PV/QeZkendPNjDBXbbc/Vasv55YbzjefJ1vPOw0ve+uAh9z74iKcXl+Acx7OW5ayhqTUv3L6FJjxzEByagA9CIoIbk9VPVP5MDkAkMUOcNFPvR0J0ODfsGcNKJNwho2jjugTK1PABkA7vlc90YjrZZJtLnoz8P9e/e/cFFrM5J0dHVFpEs77vefedX/P973+f73znP/M33/s+b/3yba5WPZeXKxaLBX0/sl2tceNI9DCOntVm5IOPHvD3P/kH/svf/C0/+/mbvPvBA84vrhj7HqOhtYrT5ZL5rEVFMcESxGYTgocYcOMAvlD+sl1JBTFNZ0FBJRIUvRipiMIjkvInWuiunUPsVkoJhpeq++F/gigzeebKIpgugJZnJS9QE6cGRMVWisViwdnZGW1dYXSatMrSdXNevPsCn3vt03z+U5/iUx97hVvHx7x890UWsznBeTSK2lgaW1HbCqs1ram4fnLCy3duc+v0GipGHj16zNV6jfeeylhOj2VyCQFNsvQRiCkqYBrbRL8LxFFM1kQAF0YiO+PVHmJN16LhmmmV7xwQ5s++8e/3mKZKWJuLet4k7BWV/Jz78rtSsoQMCk0g9gOtgobA1UcfYFzPa7/1KlqBJnJ8dMTRbMGinXFtueConXG0WHLz+hnXr12jaxoMirHfcH5+zuhHYvK3dm3D9eMjTuZzbl4749bN63RNhbGWwY3MuoZbZ9cmAGitpzAHYaIIQ9MGlbRgbcROn1eu1nKo5CRRaLQSxNJaoY0BpYhIWxNMlRJDX4KNzpUyg5usW0m0gUgIYvfVCHffh7sYdqbJ8AGDIkaPQdqoIhxVGnN1zuadt3h52XLa1RgNSsfJ8dC2LYu24Wy55Pb1U1596S537tyh6zqMsQyDw/tIU9XoCMd1xZ3jJXePFtyc1dyaN9xetBw3FYu2wqrA0mjqTc/mnV9jL86xwQsJyGRDSwgEByRAJbjIfbGdZIdwidVqzzeQ3ivakWeFPXxSXQvs3FXcvVjek/sHnXsOs5g+EjxNv+X9n/yYi7ff4pWza5wtZmL0ioj92xiqSkjFcj7jxtkZJ0dHdF1H03SMoycqUUJmTcvRrKPWitbAstac1BXL2tDoSE3A6GRZjHC9bRgePuLpu+9jvDDDyYuUAC/9ljEFdt6hckwkGOT7PpGnfP8QdtN1CjZCyHBC/0nyEIlDaNBuAjyeoA4NWIL1FCtgKj7VVQEdPOrygodv/oI7RwusG+gqi/ZpQrSlqhqqqqGbL6jbjqrp0Lamrlq2g6Pp5pyentE2M6qqoqsbmrqiUgrCiMJjYsAClVJUCiqlqQiovqfxMJxfih3cjRB9wjwxZGcgHhaxiO5W/GRLSrAo31FKQYyJgZZtCXn1GcMz0GXwAnhV0PJyBZCXkviUpuf5fv6/xwciuPWapTEstGF7cUmNIvpxYshKGUzVYOsKW7coI53cbjZYpRnHkfV6TUze+N6NGGMIwWGUnkynWnm0EkZvYiD0I7U2tLV4kbImFpNsXWLi1N89crJ7Pk1Koc3tw2UXjSvXO0z3qQ2ttcWYCp2ZQWYqOoqFywiW5sbF26LRUYz/uexHrBaxGCqFiRlN1TYMVyveffPnXDs6xo8OfEhKg0MZxHJXWenk2OO2Gzpr+N5/+X/5v/+v/5PLq3POry5546c/YwghYWgQoGtRTmIUtRzAoOn7AbTBtDWkcWUpI/exBHoJREpAIyZfpeSbHGB4jBKDGAqHtTzffUsfvpQ/lrG6xN5cr5y5Xdlx5sN3vYLq+Jjq+Jinq0uGYWCzWhN8UjBSBwG0NWirCEHsHX4ceP/dXzOsV5ydnqJ95PLpOSEErq7WDMPwzDejChMj3GxEc135kdm1Yxz7GnDZz1CMnQIu+TqXLEYbEnIWCmJZYopH9F60WDLAtRaxJQJR7cK7yg8qDFpJ8KSQIPMMkHe22WJAUeOVpW/nnLz6CZrrN5if3WBw4xQIpHQEA9oqlFV4IhiNthZjDH4c+dIXv8zHP/YKeIch8rEX7tKvV1RamK21dvqfw+JijNjK0C3n6FlLe+0EpyEq4TgqOZ9VAfisW+RxT0Ur8VLrpOypLDYKZchlgkUOncvWyFRH71WazjWKnbCe4/jKcvjOniH8oLNBKXpj6W7dRh2f8Jkvf5nrt2/DwerKxRhFVVU0TcNsMef09JTj+YzO1vTrDV3TUBvLyfExddeirU0m012QkNYaj2exWHD95g3q0yXOWkKSsw/Ho38DVuf/h1RAKUXUIq8ra5KZ14qTwZgpoCk7LjJP03v0qdCI5CvikZ8uD8Wd5wDrmaIVURmcNvimozq9zpWHaCzDMAg58SKPowJoAZbWGh8cfb/Fe8fV+TlPHj7g6ZMnGCW0dBgGQoR+dIw+MoaIm4JOxfCkjMFphZnPcdYQlCYkW/1eKRAmY7lSRrRMCj9uogAxye+HEyfkJqezZJhJnUDcWQtJM1deSxFNsqR7HAD7N51PmJSBrixxfsylqfngYs06WrzaRb56Lz7DEDxXF09YnT9lfXFJf7VmuFoTNj2dqplVc9q6Yxw851crHjx6zMPzJ6yHXkxSUeGVxinL1hr8bMZoKpyuiErcZlKyKJwC7qMmHND4XCas3pPLtZC/g3qH5yVMtTGGKqmxZSlflCUi0bAyvYqQopDydW607Ew5IIBgDZuqxt56kaNPfpajV19jMDUugPPCOEc30K+u2FxeMK5WxM3AeL7CX21xVz1xG3ny4RP684GKFq1qtGlAGTb9ljF4BqVwyhC6OVy7zjBfMliLI4IyxKgISuMj+AjiENs5ynPYyCEi5WOqN4mW8n5eJPJ8f+zkVfKzf/xp1Ch8TNpXWgo6VS4jspRSUxiXT6KOKUTAEughBTnm+8GldiOidHio3IZ48YBmXGGjQ7sR5QPD1RXvvvlz3vzJP3GtPeFktqR/esl2vWGzWtGPIyvf0+vIVdgy4Pj0Zz5B09WioFUNG1vhmg7ftMSqQlmV3GU7Jq+t0FplKrnWFls1EvGVnymFUpG6knA70EmSqtG2QitD1AaUwVQWotDwLKFEJKIsrxkBeAqDCCFISADi9JR7aSkchEpk4IrdZAfYPLP52nuhqUECmNKEBUIAPW6xmyeozVNat0WPAyYGNpcXXDx4TO01xmnMEInbLavHT9mu1/gYWLktj9ZPGW3EzmraRQMGgjGMtmJVtcT5EmeEURoLVWUkTUUCSCbGhpYVro1IOXXdTHxEa4XSEVNlwSGgtSUqg6lqtDIoW6HTpCldC+PO9hlMAnZimhlwTEtBSkmzMuDyea5flnhgc8ilJFWZ2USdMMAYYjPDqRqvkmFAKaq65tr1M45unHB684yTGye08w7daKgUyka0cZwczzk9WdK1MlhhZJpoLKrpiLYmmhplDVobcfySBIFYuCGiIkSFmJd3GSACA5HYsvCQgZ7hwx7Z2CfLETVpmLlMNWRJpcYPaFZZ8rUKCh0Lbp7i6nJHcqxdLs5JUpN4unOshyVWDTQzvNKgFS4GdGVRrUFVGmccq7jh0l+yURu2asNgBsyiQneKqtHYWpQlYc4QUFRth2lmNE1DXbdoW4s5VwsJiNoQE7BzVFkGfIjSTx9DZlE7ZecgNj6vhBCKnFOlJdIxI63SSTcJ4vEpBfeYxDSh3bt7ueQPHc6w0OwM4R02hBQy0DTNrgPpWQQ8Bl21KF3hgGgUIQXqeA19HBniyDYOOB2xXY1pLboxVF0NlQIjKyNqAdQYPBiLqSymasQKWddYW6O1FZu3lhAHlZQgCSSWIyg5ojIpzFAJkiCrpBSfY44iS+k6WmvxMysko+dAOXyuWBhCwEuA6NSZHcYrYlS4IA3mIy9THw0uCKcPnr2lG0vt1GhhNtqAsdi2I2pDQAszqhuCVlBVUFu65YLl6Qn1rEOl4JKoYPQpxjuZQEMQk69gmCCS0halLdoIrTWmSoC3k8aplAFtCek6xiQqGgFgCZ8M7IlcRvnWoaRHRszINJmaAwzOJRTmynJSDu/v/5fJ2B0yQT5FKuV3Q5qQTE+VtqANzazDhzgt5WrWJkBfY358gqkqoccpMMcTU9iZTGAIgeDFZpEzKzJmTQPWdvqmnjIwLGiRLrTWxJCcMj7zJpN0kTTGqe+71V4WmZidMJFLLAPy80Nd5KPk+7sGxKayH968W4rlxJgk24JGJVoPIvtGpfHighUM1wpHRJmKZjZnCBEfmTBSSSA4UYOtDbarkmVRoW2FMhUxSoBPHrxSssJCAOfSio0BF/zko8xjwogKjjYoY+VbWbyNChc8LoTkcEijzqZrzOTqy9/OiJV5XIYNJCklp9pRALictdxACdBcNxdV2AtyvWxvLtuazhOzCohYFpUhIIOv246tG+lHx3Yc6IeBcewTgBVVU0vgO6CNqN/jOE7Ikvuy/y1Z+hnQmbSBFtNCYvzyvjB2ijEK0sm7Iu0kcpFpcxp7KMxKJV7mvuichDSOI9vtlsGNk4uJRCZAi4a2WxBTydwbLTF0uQMe0eZ2k5ek0SmsQiVyoAnagrIExARgKstscQy2oh8H1v2azbDFRcfgHZthM5GdMWTMTtY4rVExENyIzUqOFsAJyRFylslCQKOMFUChCChciHgULmuRUSc47ErJI2ISNDKZycDN445FHPnENDPgysrl7D7v2DW6j+GHdcrnh21oLRkMCpIEIKSmajvmyyMWJ8d08wXRGno3shkH1tsN22GYQhyMMRJoaQxWG7RS+M0GGwK1VpISeLAyJcJq1wc1LftEBqZVIKYApZQoOUrvxMtCxBWRVEgfSUCIifFmOFICPHdk8t0VACnPM4Oa6GqK28hFFbb1HJmqVJK/0/u5DasVVQw0GuI4pDQRGUSMoiDpuqVaLjm9fZujm7dolkuqboatK6qmoq4txiiJEFARbcAqePTBB7z3y19Q+8DpbJY8Qrv+5CMzVwS8sgoKb02MAo8QBaAZyLktEDouq1NayaQLhK4ID5OiS6B2XUdd19NDCnpcdjLfL+8pJQw1t5fbPBxgPrTWaBVZWPjVP/6Ed956kxxIE5PtwUdZ1l5pYlXRLJd0swWqslRNjakr0CIDW2tpq1ocEFoR+i3v3fsV77x1j1nb0XXd1HaJYHkcwuR3KzuEMBHjqBL5iEJaVRIfsyODyUwriuPh7kO5KFVEXpHp3wRQaeCQyxoj2QGSMZDsB0rUSv08sqIN2liMsegiayAGT2cMF/ff55c//gGPPngPHQVDKRi19Edo+6TNGi0ZDCZ5d1Lstq6s7AqEotKaq/ML7t27x2q14fbt28QoceouBsYwsh23DIPEBe4mIsiKyVs5aSFXGCt6Q/ovqzA7y5VgvRJeMAE/6wEFkk45PkqpvR13cqXyvJyxrutYLpfMZrNJfhUat8Pw/M4hZmkUVmnayvLrX77Jg/ffZXN5kUIXkjg22XU0tmpkgEEsfNZa8e5bS9RCFvbkbh3p2pr5rOXRoyesVmuWS4lxEex1k3FuHPsUO77LTsslJuApnTw4SWFCiXWQ5KDYWaB275Xj3R/7M0BJs1WKVTCJSvneOI70fc92u8U5J3RbxWwymACvUqRWnrhyBRA99z98n4snTzk9OZ5MuKFY2jJ5FmNFHje2omo6lK0E2CltsKn2gW614uz4hKaS2Ja6arl9+y6LxYLKGAiS76lilCB8n5OmJPHVx5CAmaKzlKwqpcX652PEhYgLibajk1gpq11iXnZHhvOE4RkIz6O55fNcYpEDnzE6Py8lKK11MiCJ2VIwRqKtlFI8vP8RbuyZtx2kzQdyvXKpS9syKFOJNJPbr6qKykr7JFpbGUPb1nTdnGvXrgOa2WzGC3fv8tILLzOfL0VKwaCCwg3jJB6Xu1xM2JnodNZoXX6uRMz07PSZEqPz+US2d0pAEvYTU5hoUELRiASC+WQVy9cxiJwaSB9XO14ggFeEIJ3JxVrLyckJxhiGccu8m+HGkeDExaayChwka3noNwx9L8+DTLRMjMXUDbZpwYhtRLxTshKtrelmc27feWECmDUVs27Oyx97hZdeepmumwkgQ0z5o55xcATvCG73P0tv3u2EhRJZBSl2FEDo944HTggiD/exuAwuL0s5W/nI2F2+r9S+g3WK40tbJp0cn2KtpZvPuH33RbQ1XFxcMGy2BLeL/QthFyQUnWMYhrRbRCAioQd11cpqKZBEImEF8+fLY46vnaY+iWHM1g22nnHjzot87NVPcvvuS9y5c5fjxRFEjXOBofeM/cjQj3jncOPAOPSMwzZNgIT3ETwhupQUuxNASpiWxXzzz//8W0aLq0gpPQ102vausJDJBGSurCXHBSYLg1JK8mCkxhTvqZTCWkPXdcxmc7SRHYNqYznqav7+jR/S6sjJ0YJ2NpN2YyR4Sd/TMab9UyQJKgSHLhgZyaMUQkw2E0WMmm1UHN9+ic98/otcbVd40eHRpqKezbF1S9vNsKYm+sD16zc5PbvBcnlC3XSyOp0kVMWE6dEPkomcnBDSV8TcG1O+fwQfXQpvzsiYxM9v/vk3v6WT+JKBvVsW+5gvx47Gl88m+pzkWQr6Wtc1dS2Jp1VVS31jsNZwslzy8P6HPPnwfaxWNG2bbMuglcZ7R/Q+DVa2aQpeplnC9ASzvfP4IK67iMWj6IPhE1/4Mqe379APfbLDW7rZAlM1KFPRNUuWyyPOnz5Foei6ObP5ksXymGvXrrE8WuKGkdV6RfCSCReC5G16NxBCFHFYRcK0NZUkH8iml0wb6ACY//A//IdvwW5nm0NA7v5rWapZDc/kPQqQjRj9MFoAWVV2ksuN0RAjlbXoFLADkpatjOXW7Rv8w49+xLhdYdA0qZ5C6PjQb3HDACEQknc/knyQVYPzEe+iGMKU2Li9qvDNjN/7w3/NqA3rzZoItN0MUzUidShD1c6wlexocXF5jlaaqq7Qpk7WSstsNqduaiFp41Z2vXBb3LDF+4HgB0IYUwRXTKksXhxAMQiMIhCjYLjQnWdpTgn8/DzfMTZhbyWaqTZJTVbCxVWIWG0w1hDTqsmSSi5i17bM2wbtet7+5S8Iw4A1YLUFAtYYxsGxWa+JIcrOncnPWDcdtmoYeoePkpZH1HhtGW3LK7/zOV761Kc53/SM40YAW7fiUFEGjKFuRY+YdS2PHj4gjIMgVjL7GmUx1mBtzXwxx5qKcewJ3oHykqvpPMPQE6ctnhK5IRBSJIROYrOesPpgV4mdmJc57f4ERA9ukPS7tm2pbSNp0W5EBS8aIOKlr5IbigPuHrM50za89rtfpjm9zuAdTx8/4uryHLftic7TVjVk6SSCNjW2m9MuT2m6BWhRjoytqZoGO5txdPsFPv27XyHabDuX2MNcvPdYU6fQNFkp1lqcG+iHLdvtWhi4AqVrqmZG1RxxdHqbu3d/i9nilBhkry439gS3ZVhf0a/PcdtL+s05brsiuh4/bvHjluDGnWq/zxh3EskekAtGqpSibVvatp3qxqSoCA3ObFsAlbXR/O7UXlREa6mPz/jtz30erMW5wPrqkmG7wfUOk3iBc15MC3XLbHlCt1iKKFg1NE2LrRuq2ZJ2ccZv/c4XcHXL4EWSatpKbOhprMaIopT7E4Njm3YDneCQmJ5gfIO2LVU9xzQLbtx+iaZbJDNvgOBl54lxwPcb3LCh316x3Zwz9CvcuCG4fofhujDeAylTawfkkLzwMe3asFwuRbUOwjwyZmd5fprANF9TgqmWkIUsnweiiHRNy6uf+SzVbAnK0Pcjq9VK8u6HkaYSSSL6QJWAFYJ4cOpGMiZMPUe1JyxvvsSNlz/Oagj0gySsAuA9LjrQiqYRe5A2UGnFRx++Twwe27QYW9HO5pJkpVQKs9DC8E2NrWY07RHXb71M285RUfhNCJKz6fwA4whOgO+HDeOwZhzWOzlcJ42wDPktbE1TaduWpmmIhTyesZtigihWzqHnI9Px3IaLgWhqjq/f4eOf+SyDEWfHOHqGQQxM2WgWQpKmRnGcxCgKTtQV1DOYH/Pxz3+JaGtCVOJQCYFQ2M7Fg58MXQr6Yc2DB/dp6pa6mTFbnNA2c1GgrBiljK6obENdtWjboHRF2844PjqdEEysnSLBhCiZygSHH7eM/RrvenRlNJWRJauUwlaaxXLG9WtnHC+PJgC3VU1b1XRNK4lIaeOWrH67GIhapXCwZFDJdD/u7MyZrGQSg1AdgtLotuPVz3+R+vQ6Lq24vu8ZhoHROzHJGiOCb9o9zRhD0BpPRWhm3H3t0/h2xpjycPphTQiDrNi0Z4nVRgxoRLZXF7z1i5+LTL44Zn50Rt0KqUJbFMlYlpDQWEVdi6ibyWc769L4PCF6nB8ZxyFlKI+oGFHeEYYe3bYt87nMpnNCxy4uLnjy5AnjKLS3rkV2XiwWE6kIRVJpLvlZPvLGjPn60DaSj+l9Y+lObvK5r/8LfNOxCYiXp9/iRyeGqGSvj1GyiQFs3RC7OWcvvcLZCy/Ta4lRUTpy/ugR68unRO9QUbbeCyFwdXXJe++9y3vvviPpikfHzJZH2LbD1I3EfKf+mbytB2B02sgmB9hrTdd1IpsX6YF5AgSbkjI5OsyfffPPvtUPA30/4F1EK0NdN1SVzKD3gc1mw2wmUUwhDTJ4oclCg/UkDtq6Sb7BbG0TeV1roXN1I3F7GdA5a04BWimUVlRty2y+4OGjR/hxQHkncnxVYW0l0WFK4ZzkbTpdo5anvPq5LzIoy+ADxmhqpXjrFz/l4Qe/5ur8nHEY2PaO9bbHB4exmrruqOoGYytMXVNVNcZoIp6x31JZsbvHZAg12lJpSQhbXTyBOOD9ltXqSuIwReAGLX5PsiNdFHT0OI57mJoxdxgGhkF2bMizmBlrrhujJLVWVTUtrxDChAHWind7MhcUNL/E8HxEbcA2NIsTbn7sE/zOV36f9vQmV15zNQYeXa64XG0ZQ2AcXYphMfQRXvzt1xiNZb3dCONyDkXkaNYxb1pms9lEBjKvyv0mp5Gkc6UUeI/3TnaVLnZyy+NyY4/3EimgCh+AzvEuWnhgRqyQ7EL7m4wl77JLhqLtdksIgbZtdxkAgE8bvMQoYcgaRVU1aC2SAyB7R2lLlcJ8hbw4hqFnGHpZbojUoorUaKUMqmpplqcsbrzIl/7o3/CJr/4Lmjsv0dczHm22fHR+ztOrFevBs/KB2bXrdKenBCXGsUorlJeNZrSydPNj2m6JbefUbZe2ZcrhbZnRi9VTpfSaGOO0dbYgiYxTpdyd7XaT9kyJQOFSlLUqiJmogVIqReEozDe++WffQm6nv/uWvxhlPxL5MQsFaTfKnJWVZ1dcaEJWvPfoxBRNiT2IkcenEOZ8UEo3IbLZrHn77V9z7+1fMz864dVPfoobd19geXyNazdv0i6WDC7yeLXl0nn+2Ve+gu7mbMeRcdhwfv6Uhw8+4tHDBxAi7ayjmc2pmw5TdaKA5U3DZNBErSeRVRC8Zxi2YmhLm5hprbFVhVHw6P77dI1i6FdEAn2/wTmBSQwBH9KqUEqMZiAy/d+9/rdppAnQRVhunr0bN27I7CqFNpKKt1mtidFTaUl+qioRFV2UnwxgypzIDHTHVEMI2CR+1pUwIe89H330EY/vP6C2suwhsNn0LGYd189O6Tcrnj5+TFNVIi0BaMXRyQlX6xUPHjzg6uqCYRgmo1lVNYmBZqVLxucng1IafrZgNh2VsQz9JVcX51hradsZSldoWzObLYh+y5v/+EPOTjqePP6QutJ89OB9VqsrjIq4kHOV7BRtq7XYjSZ0zsDIpaS1GTszGRHaLICNyfPjnBNnbgo9ILnhQiGl5GVnjMEniejq6or79+/z5ptvcvn0nOVyyfL4lOXJMSdn17l15wVU03HZj5j5Mcd3XkItj9nWHXp5THftjIcX57zzzjus11cicSwWtPMZVduhKjFAKWPkSNhtjHlmbxOfBIFYZFJ7N0DK9kiQEc+OS7sH+V0co+SWjkn8FAtiHnsu0wY1+QMAMeXAhLSZwO6+WOUyUwwhMLpedsWJDgiy/aeOyfOt8D5K9kOm0cVmAlqJ76+uLWdnZxxfO6VuG4l1iQqlLXXbMD8SuXh0gapuOTo+pW462vmM9eqCRw/vY5ua+dExs6MT6tmCqu4wtsLWOWJ2l8YnEw+6EsQAZIuR7DacbEoBlzYTc1HsKgCb7QpjFcOwRSkxbOksUCRdJPMylOShZtq/FwiUS56EPNP5fOpQ1NS1/LhFSL86QloBueEM1Fwnd0AVMSAT4Au7eVa0ghIZvHciCdRdi7KGcRxxLrBczun7De+//z5VVbFYLKibVoBrawGslZhukzA7A11riVsnydEZWCpE2YYprW6tFH7s8V5S1EFS4YfthiaZa+umIZKUOLWTwnZbo0oRGEu+RUrV2y2bnKSvlGBz9GkH4SiADUG2nJZlKRKIc4PktyezrDIpq0tHogriHEhqfk61kwkR20sevLIKXWmqykyb5WbnrNYSfKM1KBz3fvlzIp5uPqNqW4ytxd6j1RQgGhNwy3PPLhc0r+wYBKmEPMok60QmxrEn4kVwCIHtdo21GucGqqbdizOf2kvZ1XllZ817oiO7B1Iy8KfZL7A8X2daLX7I7IN81pNfro7cbvmd/Xs7pah8t+QpABeXTwFouzl1MwNtJV28UKpUNp6l6CzJYNDJ5ykGtFw3A8p7RxjFu6QUYr4Ye4IbqbTGh5Fx6GW7bUBb+Vmbcgy5zbyqyzHqmGIDDwedrzMWl0ADsRrmpZoVG/wOG42upkPyhkRCyEDLh7iNigMmj7cq4mMmG42kE7C62tAtFsyOTiSJykhgvUokKw/aKPm5g+l7UZwXOmhs0o611gQViDqiosclVxpACB43bmXVq0C/uUInxqmUmD22aSu9nNFXRkLkqIaMznuKT3lM94rd45WSHyfK19meLB0rSZI8z1iTaWd+ljEiFvEa+V1RHZ5dHbn9kALjR+/oZjMJxs/pHilV77Dkb1Osmnwvi4mqkKKiz4pd0jL9SAye4HpWV5fUtcU5N/ExYZ7y7dzfcmxleSZ6Vs73K6r0TGstbiS/M3XuMFAR4i4DIU4MMYctqIzA8h1EAs7vZkUkl5giogTTwhQJFaOfeEuecK1l/9fcF59WrFzn+JBdu1pLuopPuUEh23piRCM/k+DGLSp6jIJx7FFxxI0Dm80Kay2Di7SzhUgkboDUN62ZfqsChO9F/PSjfpqC5kyDz6JisWNOXnokJkZBp0vszZOnJsVJSgZMPs9YnuvtvYfYHQ7byQDNfSknW6kc4J/Op/YEEPkb5fdytG9uM8vbEY9zw0RGYpAJcMMakzK2Q1TUTYsPI86NKJV/YUWEBzGs7WxI+ZuaAhtzCckJPC2xLPKlzo2j/IYDiVzkNnL4137JuLy/bPP/XExa2pH0C4Ne+pDDzjIvyJN2ONm5KKUg/eJJtoGXJY+1BDwF2YnBgRcyQpSdhggeP/Zs1ldUxtBvBtrZEVEbNpuVbPtU5EbFGIl+TEavndk2BEkknC6mWSjoZ9nRkCyBPu1wo0Kyk9j9sNz/WsmDPRz04RGSfJ+xOTPoGGV1yETvVpZS4gjP59O9g2/n+uXY8tgFw9O2qEEUuUxeYxgSw5TfjZvNF2it6dcb+eGPQkEkfStj9x5sy48fDnq/M3JujEFHGLc9MTHObJzf29L5oEztAigxGinYbSOaPEgx7bo2tZHU8AkBlErSi+yLFfJO/Qm2O0xVKC+5PHv9OfjthjQyobPeJQY5ELyfKL/8nIwjhoGrZD6oqgo3iqadPUJRp8yNKJuKBdJmDkCIYi3dX48HJRbYEoI4cBsrRifvPX3fTzNb0tRcDs/zUT7bYbnsUJztL6HQTHfvlSYIIT0qelGdI5LCl4E77SWbGWfhY80yvRabc4yiZeZ+yA74ovihZH9ZrYSvbLdb2rZGEcWskchdzmwrMbrE7Fz27eHPKRmIKmUPADTJazMMg/j9EoZzMKhDIOdvqMQXpt8/Tu9lJqNU2jPqQJEBUbdV4iMhODabFbDzlebvZBpuiNj0etmXkCQHlfKZdnBINNePeyIxPjD2A1qL7QQCw3aFRkkuvzZYU8seu6m3SinRODMzzkwzlxLo+bzE3JC8QfleBu7OWrYP7HxNMdj84XLwJMvioZa6w+bfXGKMsmvnQZuenbw/fZekoBXvyq6veVcJuecP9hcHcF5+WgwQeT8M9Js1VdVI1EDifYd9nsabQDsxzVJ0yg3nRkrMGYNw5Dy4zMCUMbIjXGojd/g3lfwspo0fvY8p6XRHsyfgJQDIdRZPhVTUdUtlU0rKHqNMW5Um+4nS+8oTeRMDLI8vVvzdj37Ge/cfM/gdORO6K8jjBtmsPWu/Lm3YXjcdKEmu1VoMWCRfkjpg3ELgilICPQOkHHzubCj2jRqLnKByYsqSJyjfz+d5wrJcn5mPKrW+YvJyKIf38vvHxqRdPFXK5y9IR0he84hPUofQZQCtUiw5FS4afvXrD3n1k6/x//znv+b1H/09j5+epzyglMKuEr8oNODNZoNJ3vwQRf43RcRZ/p8nL++kJOvoOT98lzueB50/FBKtzYMfBvlB6Fw30+HD9zOA8zeUFp9hCWydd9JJWmcIsqVF/n5UCXe0Sl6V3aSIhTMx46TsqOgneV7KTpnrx8j/+r/9J/7Hb/9PvP/wKVFX2HbObHnCk8vVpMSAbPI+DBJ0pBPpHIYhbdlaodTObZjHV5YYxV9MZppx4qg79A+FZqkKW3L+WF76+T1j5LeIMwCmD6WSn+mCzmU5O9/P3yjfzX3L/SjbzNfShwhTkLwkTInjekfaMkBAc+9Xb/OF3/0KX/y9r/LRg8f8z//L/86HDx/z8PEF4+BF7U+TCBo3CqnJZtkQoWk6VDKAlWPPY8oljwkJqJ5uw16n9jEUvfNYey8dMvVuiQPThOU28rsl8JScEHf7mSVZfqexZgDHGPHs9iFUaqfcUAyknIjcZ5CV6GIQb01e4kqY3rWzG/zi3j0uLlc8fnrF4GCxPOW9Dz7gzgt30TFMqr1zjtF7QGOtaJd1XYvrTmuG5JozSRzSxT5gRsk+tTHBZAJ4BlKerT0gpWcZKD5pmjmuY4dhAoSMqbmd3EZuJwM1JEUq0+1ygso2Q3IY5JLFtTwxU59DAlL6rU1BhJ1UogpD17Ub16mqivfee4/z83MAnjx5wpe//CWuLp+IROMGSAlhwzBgjBJWHMKUyJXtPjoLF88hz9O4FPx/WwU1aMAmDfgAAAAASUVORK5CYII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6" descr="data:image/png;base64,iVBORw0KGgoAAAANSUhEUgAAAFwAAABdCAYAAAAoswH9AAAAAXNSR0IArs4c6QAAAARnQU1BAACxjwv8YQUAAAAJcEhZcwAADsMAAA7DAcdvqGQAADNISURBVHhehb1Zry3JdaD3xZDTHs5wz51rYJVIikWqOYkUBzVaaLWg9kPD3YD1C4yWSLV/Bf9HG+CTAQO2bAP9IBiGAYvtlkiJRbIokpLIYl1WsaZbdzzDHjIzBj+siNyx971sB5Dn5BAZGbFixZpXbPV33//rqJQCIP8HiDFO10opYozTs7JOWUIIzzyLUc5zTVW0F2NEaZ1f2GtPqV17+X/uU64n/dt9UymFNWbvvk5Neg7fNcTop3p5rOW4D0v53dz/fI1K43lOO3v3/u77fz2NUmt9MOhdxfK6vFdel/fydb4VUgdyC0opAWTuVAJsrkcMU3ur1YrV5RXvvvsuxhhu3brF2Y3rGGPy51BKoTUYrVHqWaDt+pYnLz9PE1OM/RAOMUZydVUMu5zASNj75v55qhMj6vuv/038jbPxnPNcpg/9hv9MmCnvhTxp6VmMUQaW30nPQ5qoRw8fcHl5yV/91V/xi1/8guA82+2WcRxRSvHp3/kMX/va1/j4xz/ObDbDWksIDmsMWu/GYYwRgE2HT8/SyiowPPf9eYCLacXpNIKyTowR0iQ/28Z+++r1H3w35pcOgU4CWgn4w5Lv5Xq/CeCH75bfy9fee+7du8d3vvMd3vjhDwkhMI7j3nveexm41iiluHnzJtevX6eqDcMw8LWvfY2vfvWrGKOm9gVjPTHGqZ8lIJVSe5hLAYM8pkMMjyqNIab39T4MSoDn6z2Aq7TE9zpTVMxHrptLeb+8t3u2f++wxBgZx5FHjx7xF3/xF/z85z9ns9kwbLfP9ElrTQgB5xxaa6y1KKXw3hPxVFVF27b8wR/8AX/yJ38yYbq856axUJINnSaFQ0Dt+qeUAp2eFwDfey8vmIOxCp/YFfX6D747Mc3DD8q1tBRjSIPPLe8AfQhMAXS+J+0droAQhETc++VbvPHGG3z/+99ntVoRQmAYBkLY0fDcLyFBgqlE6Udd13jvQSvGcaRrWpRS/Lf/7t/yx3/8R3Rti/DlHeONiZzlopTaA2BZJlJ/gGjkfiUMP7y/WzJ5HAlxXv/Bd2PGHIqZz4PNAA5BaN8OY3cDOCyxWLolSVEFxjo38u1vf5sfvv4DYoxst1u01vR9v9dG7ktmkCG6CeAqYbe1dqKxta2IMVI1NZ///Of503//37NYLNKA91fjHqIZGWcGeO7vbwL4BJ//H4DvY3hAgwBRKTUxGPY6E4ixxM6Y7h1ieCmeaYyxSNu7AeZJDSHw0Yf3+fEbP4TgGLZrNIHgBnTBznJd7z0qRoJzuDEQg0xc3/eEEPE+EH1ARXDOEUJgHLb8+I0f8t3vfrfoQ9lyAbQDQOZ+kgFa4FS+VjFNTnkjVdyfgFLi0ejyYca+wxnLJQO5BCLPfGCfU+8mqqgXAr/61a+IThhgLLC/nMR8nlddfj6OY7GCkjj5nHfHceQv//Ivuby8lO8+p5QAPhzb865zyd9+HqxiQb4AlMq6wd6UqwlYUlGuyxUgLymUkuWcG5H6+zQx33+mXpD23753D6sNKoLVZgKgMUYAnLDaao1JpIME/FJOziuQBPj8zRgjwzDw5MkT7t+/nyZFsD+PsQRo9GHq267t3f8dVu9GGmMkht2kheCIiWbLu8+R8aeTgonkxnJ5HpYezmxZP18f1snXq8tL/ukf/nGSNLTWGCXndV1PGJe/m4ENsjoO+6aypBIjzjmcc3jvJ6nmxz/+UQEUIVFZvDzsd24z3z98noEZQngucHf1d2SphMUEZaHTFJgtZYehu/u5Q9J4xnjNIc0GUJhJosgffuONN+j7Xj7uQWuLtTVdM5sm3lrRGEnKi2iPclgNVoNREU2A4FA6onSkMgqrgahp6o5x23PvzV8+I/kEAi44Eth2QCz+5z6XY/Ix4mNMwPZoIip4dAQV4nTkElUgJMkqxrgDeEjLieIjz8PQfC8/L+uUz6aBFUs4Y9fbb79NUwmD9qOjNpZKJ43QB6qqQqME+9nJ4JqkoAQhTfl7Sil0FLtJ/l5lFASHtZb79+9zef4EPw4ENzK6Ae8GFBCDJ/p9MpNLeS+EQIiyKkKywcQY8V74SV5hZf3D9pRS6Ix96VZxvisysDhJJ3JPMJqoIe5o1OEklUVWRsANI4SI1Yq2qagrg9FAcPhhTLRdgGpUxGRhQClUjBglWGw0aBXlP0omhIB3A8GPxOCoK8M4bLk4f8xmfUG/vSIMG3Aj0fdEN0Lw+OAKUS4Sok+4H0AJRoepTgAfxDCmAqhAUBCUGMmCIkknBYKkopVSRKkxlYy5GXihkAg4oGuHAD7EkPw/JgCeP3nCr9++h1HQ2oqmMrTWYLVCeY+OgXG1QoeAdo5WayrvqYFGKWqtaYzBojEBrNIYFCaRmkobaqMxRAxRABMCbruiX12yvbpgWF8x9mvcdo0f1rhxQ3QjfuiJ3kEQnhEnBSlMGJ1NBIdjzaWEW8kWc12dZ+gQcIKNZYMK0pLeEzujR5GMOs/h8tN1FAb2s5/8FDeM+HFku16xaBsskZk12OAxfsC6gco72hhovGehNSdWc1RpjuqKzihqA7VWVOmojabScNQ2zGyFNRqFrI7gRp48eIDv18Rhw7i5Ythc0a8vGbc7wAff492W4HvwDrwjjAPReaLzaAIqelT0E2bnsRqErMnEZJLz7P9JSimBewj8UhP9r5UY455qfAh8gPvvfyAkQymMgkprwnbDcVtxUltOK8ud4yWffvkF/uWXvsg//+xn+PwrL/HJmzd49eSEW23FWW25XltOKsNCa2ZaMTeaZWU46RqOuprGaBE5jYbguHj6hOAFi8O4wfdbfL8V4K8v6ddXuH5NGLZEPxLHHVmKwUEU0qOyfT+NJ8OqvCflWRoOoF7/wfemO4eA5jkkItPSTGamD4dMu3bv7DMOjeu3/Kf/4y944/XXiX7E+MCyrQjrFZ977bc5XS5YzJacnp5ytJgR3Ijyns3lFVdXV3z00Uc8ffqUVd/z+OKSp+s1F9stThuigqZr6Zqa9dhzvh5YDyOzxRzvR37/61/m61/9ktB7rVBJ3ldKgdYYU2GMwdgaZSuqqiFOEpJCmax7aKJSoPdt8Yewy+hpMllWAa0s5hvf+NNvUcjhsZBOMrDKxtRvmJgsQZS2h/3JEhn0b7/3N1yenxPGkUrDK7dv8fUvfY6vf+EL3Dy7xqJrYRiIzlHpSIvnZNZw0rWczDuuLxecdC13b97g7NoJp2enzGcz2q6jaWq6uprE29E7jKkgRs6uHfPii3eZjG7piERUOohJpIue4B1+7FFRLJHRO7GlRz0JD0JkNdmJksecn6EKh0uUL6nXf/C9WM7QhLHP0PAdhj/vfvlfzuX9jPnee6Ib+fZ//I+8//ZbjJsVt04W/Hd//IdcP1ryTz/9GW/98h7n55f0fY9zA22l+eRLL/KF1z7FYt4Rx4Fx23O1WTOEyEU/8vMPH/DBk6d8+Pgxm9FRacNsucAbxdOrNdvREYAv/e4/45///lewRpiZ1lqwNmmuRmu0MTJBRhN8TPqBFiw3GmUNRjcoo9HagjITxmf4qWTwUkpWgEYRJgdj0jTzkcvzgM0BndrD+uJjzyulQuFHh4qBSis++9pvc/fmdT545x53bt3kj/7VH/Jv/ps/5uu/9yU+9YlXuX12Bs7x+NEDhs0a5waIDh0cYVhz/vhDzu+/x9Wjh1Ru5LSruL7ssG5LXF3x8q3r6CiK0dgPeD/ivZ800eA8wXtiVvv9iHMDrt9C8KKqezm8G/HjgB83Ina6UWi89xCCYHCGT9ghZghiVCPBz3zjm3/6redh+G+agOeBtHxndx6AWIqgEAL/8JOf8PjhfbTb8q//5R+g+4EXbt3k5tkZrQUbA8vGclQZri06rp8cczSfUTeWuqpww8B6fcVquybEyNFyyfWTI1554Q6fevlFXrl1xt3rZ5wsOvptz4hi8AN379zgzp1bkMy0SkkflRCZqe8hKUFKCfufSC0BrbQQ5wiKKFQpkS+lFFoJfBIEEFt2FBKE+BKewfDMSFTS7krsLScmF+ncs9OgspP44N7t27fpmoZlJ8A8Pjpi3s0IbkBF2PYbLi4uePr0KRdPz7k6v2AYHCfH1zg6OcbWFd5Htpthsp0vFguOjxZUVmOJNCpy82jJSzdOOZ13mBhoWpswXLC81AyDE2wfR3kWg5h7Y7LNxBjREbwfcX4kJGyPXv4T/aRxhhAgaZ4cIC6lLYX0MC//jNUToLP994DBkkiGzGtR/2CC8vkrr7xCVVVcOzmltobFTOwdl+cX3L//gAfnG/7hV+/x5ocPee/xJQ/PV/QeZkendPNjDBXbbc/Vasv55YbzjefJ1vPOw0ve+uAh9z74iKcXl+Acx7OW5ayhqTUv3L6FJjxzEByagA9CIoIbk9VPVP5MDkAkMUOcNFPvR0J0ODfsGcNKJNwho2jjugTK1PABkA7vlc90YjrZZJtLnoz8P9e/e/cFFrM5J0dHVFpEs77vefedX/P973+f73znP/M33/s+b/3yba5WPZeXKxaLBX0/sl2tceNI9DCOntVm5IOPHvD3P/kH/svf/C0/+/mbvPvBA84vrhj7HqOhtYrT5ZL5rEVFMcESxGYTgocYcOMAvlD+sl1JBTFNZ0FBJRIUvRipiMIjkvInWuiunUPsVkoJhpeq++F/gigzeebKIpgugJZnJS9QE6cGRMVWisViwdnZGW1dYXSatMrSdXNevPsCn3vt03z+U5/iUx97hVvHx7x890UWsznBeTSK2lgaW1HbCqs1ram4fnLCy3duc+v0GipGHj16zNV6jfeeylhOj2VyCQFNsvQRiCkqYBrbRL8LxFFM1kQAF0YiO+PVHmJN16LhmmmV7xwQ5s++8e/3mKZKWJuLet4k7BWV/Jz78rtSsoQMCk0g9gOtgobA1UcfYFzPa7/1KlqBJnJ8dMTRbMGinXFtueConXG0WHLz+hnXr12jaxoMirHfcH5+zuhHYvK3dm3D9eMjTuZzbl4749bN63RNhbGWwY3MuoZbZ9cmAGitpzAHYaIIQ9MGlbRgbcROn1eu1nKo5CRRaLQSxNJaoY0BpYhIWxNMlRJDX4KNzpUyg5usW0m0gUgIYvfVCHffh7sYdqbJ8AGDIkaPQdqoIhxVGnN1zuadt3h52XLa1RgNSsfJ8dC2LYu24Wy55Pb1U1596S537tyh6zqMsQyDw/tIU9XoCMd1xZ3jJXePFtyc1dyaN9xetBw3FYu2wqrA0mjqTc/mnV9jL86xwQsJyGRDSwgEByRAJbjIfbGdZIdwidVqzzeQ3ivakWeFPXxSXQvs3FXcvVjek/sHnXsOs5g+EjxNv+X9n/yYi7ff4pWza5wtZmL0ioj92xiqSkjFcj7jxtkZJ0dHdF1H03SMoycqUUJmTcvRrKPWitbAstac1BXL2tDoSE3A6GRZjHC9bRgePuLpu+9jvDDDyYuUAC/9ljEFdt6hckwkGOT7PpGnfP8QdtN1CjZCyHBC/0nyEIlDaNBuAjyeoA4NWIL1FCtgKj7VVQEdPOrygodv/oI7RwusG+gqi/ZpQrSlqhqqqqGbL6jbjqrp0Lamrlq2g6Pp5pyentE2M6qqoqsbmrqiUgrCiMJjYsAClVJUCiqlqQiovqfxMJxfih3cjRB9wjwxZGcgHhaxiO5W/GRLSrAo31FKQYyJgZZtCXn1GcMz0GXwAnhV0PJyBZCXkviUpuf5fv6/xwciuPWapTEstGF7cUmNIvpxYshKGUzVYOsKW7coI53cbjZYpRnHkfV6TUze+N6NGGMIwWGUnkynWnm0EkZvYiD0I7U2tLV4kbImFpNsXWLi1N89crJ7Pk1Koc3tw2UXjSvXO0z3qQ2ttcWYCp2ZQWYqOoqFywiW5sbF26LRUYz/uexHrBaxGCqFiRlN1TYMVyveffPnXDs6xo8OfEhKg0MZxHJXWenk2OO2Gzpr+N5/+X/5v/+v/5PLq3POry5546c/YwghYWgQoGtRTmIUtRzAoOn7AbTBtDWkcWUpI/exBHoJREpAIyZfpeSbHGB4jBKDGAqHtTzffUsfvpQ/lrG6xN5cr5y5Xdlx5sN3vYLq+Jjq+Jinq0uGYWCzWhN8UjBSBwG0NWirCEHsHX4ceP/dXzOsV5ydnqJ95PLpOSEErq7WDMPwzDejChMj3GxEc135kdm1Yxz7GnDZz1CMnQIu+TqXLEYbEnIWCmJZYopH9F60WDLAtRaxJQJR7cK7yg8qDFpJ8KSQIPMMkHe22WJAUeOVpW/nnLz6CZrrN5if3WBw4xQIpHQEA9oqlFV4IhiNthZjDH4c+dIXv8zHP/YKeIch8rEX7tKvV1RamK21dvqfw+JijNjK0C3n6FlLe+0EpyEq4TgqOZ9VAfisW+RxT0Ur8VLrpOypLDYKZchlgkUOncvWyFRH71WazjWKnbCe4/jKcvjOniH8oLNBKXpj6W7dRh2f8Jkvf5nrt2/DwerKxRhFVVU0TcNsMef09JTj+YzO1vTrDV3TUBvLyfExddeirU0m012QkNYaj2exWHD95g3q0yXOWkKSsw/Ho38DVuf/h1RAKUXUIq8ra5KZ14qTwZgpoCk7LjJP03v0qdCI5CvikZ8uD8Wd5wDrmaIVURmcNvimozq9zpWHaCzDMAg58SKPowJoAZbWGh8cfb/Fe8fV+TlPHj7g6ZMnGCW0dBgGQoR+dIw+MoaIm4JOxfCkjMFphZnPcdYQlCYkW/1eKRAmY7lSRrRMCj9uogAxye+HEyfkJqezZJhJnUDcWQtJM1deSxFNsqR7HAD7N51PmJSBrixxfsylqfngYs06WrzaRb56Lz7DEDxXF09YnT9lfXFJf7VmuFoTNj2dqplVc9q6Yxw851crHjx6zMPzJ6yHXkxSUeGVxinL1hr8bMZoKpyuiErcZlKyKJwC7qMmHND4XCas3pPLtZC/g3qH5yVMtTGGKqmxZSlflCUi0bAyvYqQopDydW607Ew5IIBgDZuqxt56kaNPfpajV19jMDUugPPCOEc30K+u2FxeMK5WxM3AeL7CX21xVz1xG3ny4RP684GKFq1qtGlAGTb9ljF4BqVwyhC6OVy7zjBfMliLI4IyxKgISuMj+AjiENs5ynPYyCEi5WOqN4mW8n5eJPJ8f+zkVfKzf/xp1Ch8TNpXWgo6VS4jspRSUxiXT6KOKUTAEughBTnm+8GldiOidHio3IZ48YBmXGGjQ7sR5QPD1RXvvvlz3vzJP3GtPeFktqR/esl2vWGzWtGPIyvf0+vIVdgy4Pj0Zz5B09WioFUNG1vhmg7ftMSqQlmV3GU7Jq+t0FplKrnWFls1EvGVnymFUpG6knA70EmSqtG2QitD1AaUwVQWotDwLKFEJKIsrxkBeAqDCCFISADi9JR7aSkchEpk4IrdZAfYPLP52nuhqUECmNKEBUIAPW6xmyeozVNat0WPAyYGNpcXXDx4TO01xmnMEInbLavHT9mu1/gYWLktj9ZPGW3EzmraRQMGgjGMtmJVtcT5EmeEURoLVWUkTUUCSCbGhpYVro1IOXXdTHxEa4XSEVNlwSGgtSUqg6lqtDIoW6HTpCldC+PO9hlMAnZimhlwTEtBSkmzMuDyea5flnhgc8ilJFWZ2USdMMAYYjPDqRqvkmFAKaq65tr1M45unHB684yTGye08w7daKgUyka0cZwczzk9WdK1MlhhZJpoLKrpiLYmmhplDVobcfySBIFYuCGiIkSFmJd3GSACA5HYsvCQgZ7hwx7Z2CfLETVpmLlMNWRJpcYPaFZZ8rUKCh0Lbp7i6nJHcqxdLs5JUpN4unOshyVWDTQzvNKgFS4GdGVRrUFVGmccq7jh0l+yURu2asNgBsyiQneKqtHYWpQlYc4QUFRth2lmNE1DXbdoW4s5VwsJiNoQE7BzVFkGfIjSTx9DZlE7ZecgNj6vhBCKnFOlJdIxI63SSTcJ4vEpBfeYxDSh3bt7ueQPHc6w0OwM4R02hBQy0DTNrgPpWQQ8Bl21KF3hgGgUIQXqeA19HBniyDYOOB2xXY1pLboxVF0NlQIjKyNqAdQYPBiLqSymasQKWddYW6O1FZu3lhAHlZQgCSSWIyg5ojIpzFAJkiCrpBSfY44iS+k6WmvxMysko+dAOXyuWBhCwEuA6NSZHcYrYlS4IA3mIy9THw0uCKcPnr2lG0vt1GhhNtqAsdi2I2pDQAszqhuCVlBVUFu65YLl6Qn1rEOl4JKoYPQpxjuZQEMQk69gmCCS0halLdoIrTWmSoC3k8aplAFtCek6xiQqGgFgCZ8M7IlcRvnWoaRHRszINJmaAwzOJRTmynJSDu/v/5fJ2B0yQT5FKuV3Q5qQTE+VtqANzazDhzgt5WrWJkBfY358gqkqoccpMMcTU9iZTGAIgeDFZpEzKzJmTQPWdvqmnjIwLGiRLrTWxJCcMj7zJpN0kTTGqe+71V4WmZidMJFLLAPy80Nd5KPk+7sGxKayH968W4rlxJgk24JGJVoPIvtGpfHighUM1wpHRJmKZjZnCBEfmTBSSSA4UYOtDbarkmVRoW2FMhUxSoBPHrxSssJCAOfSio0BF/zko8xjwogKjjYoY+VbWbyNChc8LoTkcEijzqZrzOTqy9/OiJV5XIYNJCklp9pRALictdxACdBcNxdV2AtyvWxvLtuazhOzCohYFpUhIIOv246tG+lHx3Yc6IeBcewTgBVVU0vgO6CNqN/jOE7Ikvuy/y1Z+hnQmbSBFtNCYvzyvjB2ijEK0sm7Iu0kcpFpcxp7KMxKJV7mvuichDSOI9vtlsGNk4uJRCZAi4a2WxBTydwbLTF0uQMe0eZ2k5ek0SmsQiVyoAnagrIExARgKstscQy2oh8H1v2azbDFRcfgHZthM5GdMWTMTtY4rVExENyIzUqOFsAJyRFylslCQKOMFUChCChciHgULmuRUSc47ErJI2ISNDKZycDN445FHPnENDPgysrl7D7v2DW6j+GHdcrnh21oLRkMCpIEIKSmajvmyyMWJ8d08wXRGno3shkH1tsN22GYQhyMMRJoaQxWG7RS+M0GGwK1VpISeLAyJcJq1wc1LftEBqZVIKYApZQoOUrvxMtCxBWRVEgfSUCIifFmOFICPHdk8t0VACnPM4Oa6GqK28hFFbb1HJmqVJK/0/u5DasVVQw0GuI4pDQRGUSMoiDpuqVaLjm9fZujm7dolkuqboatK6qmoq4txiiJEFARbcAqePTBB7z3y19Q+8DpbJY8Qrv+5CMzVwS8sgoKb02MAo8QBaAZyLktEDouq1NayaQLhK4ID5OiS6B2XUdd19NDCnpcdjLfL+8pJQw1t5fbPBxgPrTWaBVZWPjVP/6Ed956kxxIE5PtwUdZ1l5pYlXRLJd0swWqslRNjakr0CIDW2tpq1ocEFoR+i3v3fsV77x1j1nb0XXd1HaJYHkcwuR3KzuEMBHjqBL5iEJaVRIfsyODyUwriuPh7kO5KFVEXpHp3wRQaeCQyxoj2QGSMZDsB0rUSv08sqIN2liMsegiayAGT2cMF/ff55c//gGPPngPHQVDKRi19Edo+6TNGi0ZDCZ5d1Lstq6s7AqEotKaq/ML7t27x2q14fbt28QoceouBsYwsh23DIPEBe4mIsiKyVs5aSFXGCt6Q/ovqzA7y5VgvRJeMAE/6wEFkk45PkqpvR13cqXyvJyxrutYLpfMZrNJfhUat8Pw/M4hZmkUVmnayvLrX77Jg/ffZXN5kUIXkjg22XU0tmpkgEEsfNZa8e5bS9RCFvbkbh3p2pr5rOXRoyesVmuWS4lxEex1k3FuHPsUO77LTsslJuApnTw4SWFCiXWQ5KDYWaB275Xj3R/7M0BJs1WKVTCJSvneOI70fc92u8U5J3RbxWwymACvUqRWnrhyBRA99z98n4snTzk9OZ5MuKFY2jJ5FmNFHje2omo6lK0E2CltsKn2gW614uz4hKaS2Ja6arl9+y6LxYLKGAiS76lilCB8n5OmJPHVx5CAmaKzlKwqpcX652PEhYgLibajk1gpq11iXnZHhvOE4RkIz6O55fNcYpEDnzE6Py8lKK11MiCJ2VIwRqKtlFI8vP8RbuyZtx2kzQdyvXKpS9syKFOJNJPbr6qKykr7JFpbGUPb1nTdnGvXrgOa2WzGC3fv8tILLzOfL0VKwaCCwg3jJB6Xu1xM2JnodNZoXX6uRMz07PSZEqPz+US2d0pAEvYTU5hoUELRiASC+WQVy9cxiJwaSB9XO14ggFeEIJ3JxVrLyckJxhiGccu8m+HGkeDExaayChwka3noNwx9L8+DTLRMjMXUDbZpwYhtRLxTshKtrelmc27feWECmDUVs27Oyx97hZdeepmumwkgQ0z5o55xcATvCG73P0tv3u2EhRJZBSl2FEDo944HTggiD/exuAwuL0s5W/nI2F2+r9S+g3WK40tbJp0cn2KtpZvPuH33RbQ1XFxcMGy2BLeL/QthFyQUnWMYhrRbRCAioQd11cpqKZBEImEF8+fLY46vnaY+iWHM1g22nnHjzot87NVPcvvuS9y5c5fjxRFEjXOBofeM/cjQj3jncOPAOPSMwzZNgIT3ETwhupQUuxNASpiWxXzzz//8W0aLq0gpPQ102vausJDJBGSurCXHBSYLg1JK8mCkxhTvqZTCWkPXdcxmc7SRHYNqYznqav7+jR/S6sjJ0YJ2NpN2YyR4Sd/TMab9UyQJKgSHLhgZyaMUQkw2E0WMmm1UHN9+ic98/otcbVd40eHRpqKezbF1S9vNsKYm+sD16zc5PbvBcnlC3XSyOp0kVMWE6dEPkomcnBDSV8TcG1O+fwQfXQpvzsiYxM9v/vk3v6WT+JKBvVsW+5gvx47Gl88m+pzkWQr6Wtc1dS2Jp1VVS31jsNZwslzy8P6HPPnwfaxWNG2bbMuglcZ7R/Q+DVa2aQpeplnC9ASzvfP4IK67iMWj6IPhE1/4Mqe379APfbLDW7rZAlM1KFPRNUuWyyPOnz5Foei6ObP5ksXymGvXrrE8WuKGkdV6RfCSCReC5G16NxBCFHFYRcK0NZUkH8iml0wb6ACY//A//IdvwW5nm0NA7v5rWapZDc/kPQqQjRj9MFoAWVV2ksuN0RAjlbXoFLADkpatjOXW7Rv8w49+xLhdYdA0qZ5C6PjQb3HDACEQknc/knyQVYPzEe+iGMKU2Li9qvDNjN/7w3/NqA3rzZoItN0MUzUidShD1c6wlexocXF5jlaaqq7Qpk7WSstsNqduaiFp41Z2vXBb3LDF+4HgB0IYUwRXTKksXhxAMQiMIhCjYLjQnWdpTgn8/DzfMTZhbyWaqTZJTVbCxVWIWG0w1hDTqsmSSi5i17bM2wbtet7+5S8Iw4A1YLUFAtYYxsGxWa+JIcrOncnPWDcdtmoYeoePkpZH1HhtGW3LK7/zOV761Kc53/SM40YAW7fiUFEGjKFuRY+YdS2PHj4gjIMgVjL7GmUx1mBtzXwxx5qKcewJ3oHykqvpPMPQE6ctnhK5IRBSJIROYrOesPpgV4mdmJc57f4ERA9ukPS7tm2pbSNp0W5EBS8aIOKlr5IbigPuHrM50za89rtfpjm9zuAdTx8/4uryHLftic7TVjVk6SSCNjW2m9MuT2m6BWhRjoytqZoGO5txdPsFPv27XyHabDuX2MNcvPdYU6fQNFkp1lqcG+iHLdvtWhi4AqVrqmZG1RxxdHqbu3d/i9nilBhkry439gS3ZVhf0a/PcdtL+s05brsiuh4/bvHjluDGnWq/zxh3EskekAtGqpSibVvatp3qxqSoCA3ObFsAlbXR/O7UXlREa6mPz/jtz30erMW5wPrqkmG7wfUOk3iBc15MC3XLbHlCt1iKKFg1NE2LrRuq2ZJ2ccZv/c4XcHXL4EWSatpKbOhprMaIopT7E4Njm3YDneCQmJ5gfIO2LVU9xzQLbtx+iaZbJDNvgOBl54lxwPcb3LCh316x3Zwz9CvcuCG4fofhujDeAylTawfkkLzwMe3asFwuRbUOwjwyZmd5fprANF9TgqmWkIUsnweiiHRNy6uf+SzVbAnK0Pcjq9VK8u6HkaYSSSL6QJWAFYJ4cOpGMiZMPUe1JyxvvsSNlz/Oagj0gySsAuA9LjrQiqYRe5A2UGnFRx++Twwe27QYW9HO5pJkpVQKs9DC8E2NrWY07RHXb71M285RUfhNCJKz6fwA4whOgO+HDeOwZhzWOzlcJ42wDPktbE1TaduWpmmIhTyesZtigihWzqHnI9Px3IaLgWhqjq/f4eOf+SyDEWfHOHqGQQxM2WgWQpKmRnGcxCgKTtQV1DOYH/Pxz3+JaGtCVOJQCYFQ2M7Fg58MXQr6Yc2DB/dp6pa6mTFbnNA2c1GgrBiljK6obENdtWjboHRF2844PjqdEEysnSLBhCiZygSHH7eM/RrvenRlNJWRJauUwlaaxXLG9WtnHC+PJgC3VU1b1XRNK4lIaeOWrH67GIhapXCwZFDJdD/u7MyZrGQSg1AdgtLotuPVz3+R+vQ6Lq24vu8ZhoHROzHJGiOCb9o9zRhD0BpPRWhm3H3t0/h2xpjycPphTQiDrNi0Z4nVRgxoRLZXF7z1i5+LTL44Zn50Rt0KqUJbFMlYlpDQWEVdi6ibyWc769L4PCF6nB8ZxyFlKI+oGFHeEYYe3bYt87nMpnNCxy4uLnjy5AnjKLS3rkV2XiwWE6kIRVJpLvlZPvLGjPn60DaSj+l9Y+lObvK5r/8LfNOxCYiXp9/iRyeGqGSvj1GyiQFs3RC7OWcvvcLZCy/Ta4lRUTpy/ugR68unRO9QUbbeCyFwdXXJe++9y3vvviPpikfHzJZH2LbD1I3EfKf+mbytB2B02sgmB9hrTdd1IpsX6YF5AgSbkjI5OsyfffPPvtUPA30/4F1EK0NdN1SVzKD3gc1mw2wmUUwhDTJ4oclCg/UkDtq6Sb7BbG0TeV1roXN1I3F7GdA5a04BWimUVlRty2y+4OGjR/hxQHkncnxVYW0l0WFK4ZzkbTpdo5anvPq5LzIoy+ADxmhqpXjrFz/l4Qe/5ur8nHEY2PaO9bbHB4exmrruqOoGYytMXVNVNcZoIp6x31JZsbvHZAg12lJpSQhbXTyBOOD9ltXqSuIwReAGLX5PsiNdFHT0OI57mJoxdxgGhkF2bMizmBlrrhujJLVWVTUtrxDChAHWind7MhcUNL/E8HxEbcA2NIsTbn7sE/zOV36f9vQmV15zNQYeXa64XG0ZQ2AcXYphMfQRXvzt1xiNZb3dCONyDkXkaNYxb1pms9lEBjKvyv0mp5Gkc6UUeI/3TnaVLnZyy+NyY4/3EimgCh+AzvEuWnhgRqyQ7EL7m4wl77JLhqLtdksIgbZtdxkAgE8bvMQoYcgaRVU1aC2SAyB7R2lLlcJ8hbw4hqFnGHpZbojUoorUaKUMqmpplqcsbrzIl/7o3/CJr/4Lmjsv0dczHm22fHR+ztOrFevBs/KB2bXrdKenBCXGsUorlJeNZrSydPNj2m6JbefUbZe2ZcrhbZnRi9VTpfSaGOO0dbYgiYxTpdyd7XaT9kyJQOFSlLUqiJmogVIqReEozDe++WffQm6nv/uWvxhlPxL5MQsFaTfKnJWVZ1dcaEJWvPfoxBRNiT2IkcenEOZ8UEo3IbLZrHn77V9z7+1fMz864dVPfoobd19geXyNazdv0i6WDC7yeLXl0nn+2Ve+gu7mbMeRcdhwfv6Uhw8+4tHDBxAi7ayjmc2pmw5TdaKA5U3DZNBErSeRVRC8Zxi2YmhLm5hprbFVhVHw6P77dI1i6FdEAn2/wTmBSQwBH9KqUEqMZiAy/d+9/rdppAnQRVhunr0bN27I7CqFNpKKt1mtidFTaUl+qioRFV2UnwxgypzIDHTHVEMI2CR+1pUwIe89H330EY/vP6C2suwhsNn0LGYd189O6Tcrnj5+TFNVIi0BaMXRyQlX6xUPHjzg6uqCYRgmo1lVNYmBZqVLxucng1IafrZgNh2VsQz9JVcX51hradsZSldoWzObLYh+y5v/+EPOTjqePP6QutJ89OB9VqsrjIq4kHOV7BRtq7XYjSZ0zsDIpaS1GTszGRHaLICNyfPjnBNnbgo9ILnhQiGl5GVnjMEniejq6or79+/z5ptvcvn0nOVyyfL4lOXJMSdn17l15wVU03HZj5j5Mcd3XkItj9nWHXp5THftjIcX57zzzjus11cicSwWtPMZVduhKjFAKWPkSNhtjHlmbxOfBIFYZFJ7N0DK9kiQEc+OS7sH+V0co+SWjkn8FAtiHnsu0wY1+QMAMeXAhLSZwO6+WOUyUwwhMLpedsWJDgiy/aeOyfOt8D5K9kOm0cVmAlqJ76+uLWdnZxxfO6VuG4l1iQqlLXXbMD8SuXh0gapuOTo+pW462vmM9eqCRw/vY5ua+dExs6MT6tmCqu4wtsLWOWJ2l8YnEw+6EsQAZIuR7DacbEoBlzYTc1HsKgCb7QpjFcOwRSkxbOksUCRdJPMylOShZtq/FwiUS56EPNP5fOpQ1NS1/LhFSL86QloBueEM1Fwnd0AVMSAT4Au7eVa0ghIZvHciCdRdi7KGcRxxLrBczun7De+//z5VVbFYLKibVoBrawGslZhukzA7A11riVsnydEZWCpE2YYprW6tFH7s8V5S1EFS4YfthiaZa+umIZKUOLWTwnZbo0oRGEu+RUrV2y2bnKSvlGBz9GkH4SiADUG2nJZlKRKIc4PktyezrDIpq0tHogriHEhqfk61kwkR20sevLIKXWmqykyb5WbnrNYSfKM1KBz3fvlzIp5uPqNqW4ytxd6j1RQgGhNwy3PPLhc0r+wYBKmEPMok60QmxrEn4kVwCIHtdo21GucGqqbdizOf2kvZ1XllZ817oiO7B1Iy8KfZL7A8X2daLX7I7IN81pNfro7cbvmd/Xs7pah8t+QpABeXTwFouzl1MwNtJV28UKpUNp6l6CzJYNDJ5ykGtFw3A8p7RxjFu6QUYr4Ye4IbqbTGh5Fx6GW7bUBb+Vmbcgy5zbyqyzHqmGIDDwedrzMWl0ADsRrmpZoVG/wOG42upkPyhkRCyEDLh7iNigMmj7cq4mMmG42kE7C62tAtFsyOTiSJykhgvUokKw/aKPm5g+l7UZwXOmhs0o611gQViDqiosclVxpACB43bmXVq0C/uUInxqmUmD22aSu9nNFXRkLkqIaMznuKT3lM94rd45WSHyfK19meLB0rSZI8z1iTaWd+ljEiFvEa+V1RHZ5dHbn9kALjR+/oZjMJxs/pHilV77Dkb1Osmnwvi4mqkKKiz4pd0jL9SAye4HpWV5fUtcU5N/ExYZ7y7dzfcmxleSZ6Vs73K6r0TGstbiS/M3XuMFAR4i4DIU4MMYctqIzA8h1EAs7vZkUkl5giogTTwhQJFaOfeEuecK1l/9fcF59WrFzn+JBdu1pLuopPuUEh23piRCM/k+DGLSp6jIJx7FFxxI0Dm80Kay2Di7SzhUgkboDUN62ZfqsChO9F/PSjfpqC5kyDz6JisWNOXnokJkZBp0vszZOnJsVJSgZMPs9YnuvtvYfYHQ7byQDNfSknW6kc4J/Op/YEEPkb5fdytG9uM8vbEY9zw0RGYpAJcMMakzK2Q1TUTYsPI86NKJV/YUWEBzGs7WxI+ZuaAhtzCckJPC2xLPKlzo2j/IYDiVzkNnL4137JuLy/bPP/XExa2pH0C4Ne+pDDzjIvyJN2ONm5KKUg/eJJtoGXJY+1BDwF2YnBgRcyQpSdhggeP/Zs1ldUxtBvBtrZEVEbNpuVbPtU5EbFGIl+TEavndk2BEkknC6mWSjoZ9nRkCyBPu1wo0Kyk9j9sNz/WsmDPRz04RGSfJ+xOTPoGGV1yETvVpZS4gjP59O9g2/n+uXY8tgFw9O2qEEUuUxeYxgSw5TfjZvNF2it6dcb+eGPQkEkfStj9x5sy48fDnq/M3JujEFHGLc9MTHObJzf29L5oEztAigxGinYbSOaPEgx7bo2tZHU8AkBlErSi+yLFfJO/Qm2O0xVKC+5PHv9OfjthjQyobPeJQY5ELyfKL/8nIwjhoGrZD6oqgo3iqadPUJRp8yNKJuKBdJmDkCIYi3dX48HJRbYEoI4cBsrRifvPX3fTzNb0tRcDs/zUT7bYbnsUJztL6HQTHfvlSYIIT0qelGdI5LCl4E77SWbGWfhY80yvRabc4yiZeZ+yA74ovihZH9ZrYSvbLdb2rZGEcWskchdzmwrMbrE7Fz27eHPKRmIKmUPADTJazMMg/j9EoZzMKhDIOdvqMQXpt8/Tu9lJqNU2jPqQJEBUbdV4iMhODabFbDzlebvZBpuiNj0etmXkCQHlfKZdnBINNePeyIxPjD2A1qL7QQCw3aFRkkuvzZYU8seu6m3SinRODMzzkwzlxLo+bzE3JC8QfleBu7OWrYP7HxNMdj84XLwJMvioZa6w+bfXGKMsmvnQZuenbw/fZekoBXvyq6veVcJuecP9hcHcF5+WgwQeT8M9Js1VdVI1EDifYd9nsabQDsxzVJ0yg3nRkrMGYNw5Dy4zMCUMbIjXGojd/g3lfwspo0fvY8p6XRHsyfgJQDIdRZPhVTUdUtlU0rKHqNMW5Um+4nS+8oTeRMDLI8vVvzdj37Ge/cfM/gdORO6K8jjBtmsPWu/Lm3YXjcdKEmu1VoMWCRfkjpg3ELgilICPQOkHHzubCj2jRqLnKByYsqSJyjfz+d5wrJcn5mPKrW+YvJyKIf38vvHxqRdPFXK5y9IR0he84hPUofQZQCtUiw5FS4afvXrD3n1k6/x//znv+b1H/09j5+epzyglMKuEr8oNODNZoNJ3vwQRf43RcRZ/p8nL++kJOvoOT98lzueB50/FBKtzYMfBvlB6Fw30+HD9zOA8zeUFp9hCWydd9JJWmcIsqVF/n5UCXe0Sl6V3aSIhTMx46TsqOgneV7KTpnrx8j/+r/9J/7Hb/9PvP/wKVFX2HbObHnCk8vVpMSAbPI+DBJ0pBPpHIYhbdlaodTObZjHV5YYxV9MZppx4qg79A+FZqkKW3L+WF76+T1j5LeIMwCmD6WSn+mCzmU5O9/P3yjfzX3L/SjbzNfShwhTkLwkTInjekfaMkBAc+9Xb/OF3/0KX/y9r/LRg8f8z//L/86HDx/z8PEF4+BF7U+TCBo3CqnJZtkQoWk6VDKAlWPPY8oljwkJqJ5uw16n9jEUvfNYey8dMvVuiQPThOU28rsl8JScEHf7mSVZfqexZgDHGPHs9iFUaqfcUAyknIjcZ5CV6GIQb01e4kqY3rWzG/zi3j0uLlc8fnrF4GCxPOW9Dz7gzgt30TFMqr1zjtF7QGOtaJd1XYvrTmuG5JozSRzSxT5gRsk+tTHBZAJ4BlKerT0gpWcZKD5pmjmuY4dhAoSMqbmd3EZuJwM1JEUq0+1ygso2Q3IY5JLFtTwxU59DAlL6rU1BhJ1UogpD17Ub16mqivfee4/z83MAnjx5wpe//CWuLp+IROMGSAlhwzBgjBJWHMKUyJXtPjoLF88hz9O4FPx/WwU1aMAmDfg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8" descr="data:image/png;base64,iVBORw0KGgoAAAANSUhEUgAAAFwAAABdCAYAAAAoswH9AAAAAXNSR0IArs4c6QAAAARnQU1BAACxjwv8YQUAAAAJcEhZcwAADsMAAA7DAcdvqGQAADNISURBVHhehb1Zry3JdaD3xZDTHs5wz51rYJVIikWqOYkUBzVaaLWg9kPD3YD1C4yWSLV/Bf9HG+CTAQO2bAP9IBiGAYvtlkiJRbIokpLIYl1WsaZbdzzDHjIzBj+siNyx971sB5Dn5BAZGbFixZpXbPV33//rqJQCIP8HiDFO10opYozTs7JOWUIIzzyLUc5zTVW0F2NEaZ1f2GtPqV17+X/uU64n/dt9UymFNWbvvk5Neg7fNcTop3p5rOW4D0v53dz/fI1K43lOO3v3/u77fz2NUmt9MOhdxfK6vFdel/fydb4VUgdyC0opAWTuVAJsrkcMU3ur1YrV5RXvvvsuxhhu3brF2Y3rGGPy51BKoTUYrVHqWaDt+pYnLz9PE1OM/RAOMUZydVUMu5zASNj75v55qhMj6vuv/038jbPxnPNcpg/9hv9MmCnvhTxp6VmMUQaW30nPQ5qoRw8fcHl5yV/91V/xi1/8guA82+2WcRxRSvHp3/kMX/va1/j4xz/ObDbDWksIDmsMWu/GYYwRgE2HT8/SyiowPPf9eYCLacXpNIKyTowR0iQ/28Z+++r1H3w35pcOgU4CWgn4w5Lv5Xq/CeCH75bfy9fee+7du8d3vvMd3vjhDwkhMI7j3nveexm41iiluHnzJtevX6eqDcMw8LWvfY2vfvWrGKOm9gVjPTHGqZ8lIJVSe5hLAYM8pkMMjyqNIab39T4MSoDn6z2Aq7TE9zpTVMxHrptLeb+8t3u2f++wxBgZx5FHjx7xF3/xF/z85z9ns9kwbLfP9ElrTQgB5xxaa6y1KKXw3hPxVFVF27b8wR/8AX/yJ38yYbq856axUJINnSaFQ0Dt+qeUAp2eFwDfey8vmIOxCp/YFfX6D747Mc3DD8q1tBRjSIPPLe8AfQhMAXS+J+0droAQhETc++VbvPHGG3z/+99ntVoRQmAYBkLY0fDcLyFBgqlE6Udd13jvQSvGcaRrWpRS/Lf/7t/yx3/8R3Rti/DlHeONiZzlopTaA2BZJlJ/gGjkfiUMP7y/WzJ5HAlxXv/Bd2PGHIqZz4PNAA5BaN8OY3cDOCyxWLolSVEFxjo38u1vf5sfvv4DYoxst1u01vR9v9dG7ktmkCG6CeAqYbe1dqKxta2IMVI1NZ///Of503//37NYLNKA91fjHqIZGWcGeO7vbwL4BJ//H4DvY3hAgwBRKTUxGPY6E4ixxM6Y7h1ieCmeaYyxSNu7AeZJDSHw0Yf3+fEbP4TgGLZrNIHgBnTBznJd7z0qRoJzuDEQg0xc3/eEEPE+EH1ARXDOEUJgHLb8+I0f8t3vfrfoQ9lyAbQDQOZ+kgFa4FS+VjFNTnkjVdyfgFLi0ejyYca+wxnLJQO5BCLPfGCfU+8mqqgXAr/61a+IThhgLLC/nMR8nlddfj6OY7GCkjj5nHfHceQv//Ivuby8lO8+p5QAPhzb865zyd9+HqxiQb4AlMq6wd6UqwlYUlGuyxUgLymUkuWcG5H6+zQx33+mXpD23753D6sNKoLVZgKgMUYAnLDaao1JpIME/FJOziuQBPj8zRgjwzDw5MkT7t+/nyZFsD+PsQRo9GHq267t3f8dVu9GGmMkht2kheCIiWbLu8+R8aeTgonkxnJ5HpYezmxZP18f1snXq8tL/ukf/nGSNLTWGCXndV1PGJe/m4ENsjoO+6aypBIjzjmcc3jvJ6nmxz/+UQEUIVFZvDzsd24z3z98noEZQngucHf1d2SphMUEZaHTFJgtZYehu/u5Q9J4xnjNIc0GUJhJosgffuONN+j7Xj7uQWuLtTVdM5sm3lrRGEnKi2iPclgNVoNREU2A4FA6onSkMgqrgahp6o5x23PvzV8+I/kEAi44Eth2QCz+5z6XY/Ix4mNMwPZoIip4dAQV4nTkElUgJMkqxrgDeEjLieIjz8PQfC8/L+uUz6aBFUs4Y9fbb79NUwmD9qOjNpZKJ43QB6qqQqME+9nJ4JqkoAQhTfl7Sil0FLtJ/l5lFASHtZb79+9zef4EPw4ENzK6Ae8GFBCDJ/p9MpNLeS+EQIiyKkKywcQY8V74SV5hZf3D9pRS6Ix96VZxvisysDhJJ3JPMJqoIe5o1OEklUVWRsANI4SI1Yq2qagrg9FAcPhhTLRdgGpUxGRhQClUjBglWGw0aBXlP0omhIB3A8GPxOCoK8M4bLk4f8xmfUG/vSIMG3Aj0fdEN0Lw+OAKUS4Sok+4H0AJRoepTgAfxDCmAqhAUBCUGMmCIkknBYKkopVSRKkxlYy5GXihkAg4oGuHAD7EkPw/JgCeP3nCr9++h1HQ2oqmMrTWYLVCeY+OgXG1QoeAdo5WayrvqYFGKWqtaYzBojEBrNIYFCaRmkobaqMxRAxRABMCbruiX12yvbpgWF8x9mvcdo0f1rhxQ3QjfuiJ3kEQnhEnBSlMGJ1NBIdjzaWEW8kWc12dZ+gQcIKNZYMK0pLeEzujR5GMOs/h8tN1FAb2s5/8FDeM+HFku16xaBsskZk12OAxfsC6gco72hhovGehNSdWc1RpjuqKzihqA7VWVOmojabScNQ2zGyFNRqFrI7gRp48eIDv18Rhw7i5Ythc0a8vGbc7wAff492W4HvwDrwjjAPReaLzaAIqelT0E2bnsRqErMnEZJLz7P9JSimBewj8UhP9r5UY455qfAh8gPvvfyAkQymMgkprwnbDcVtxUltOK8ud4yWffvkF/uWXvsg//+xn+PwrL/HJmzd49eSEW23FWW25XltOKsNCa2ZaMTeaZWU46RqOuprGaBE5jYbguHj6hOAFi8O4wfdbfL8V4K8v6ddXuH5NGLZEPxLHHVmKwUEU0qOyfT+NJ8OqvCflWRoOoF7/wfemO4eA5jkkItPSTGamD4dMu3bv7DMOjeu3/Kf/4y944/XXiX7E+MCyrQjrFZ977bc5XS5YzJacnp5ytJgR3Ijyns3lFVdXV3z00Uc8ffqUVd/z+OKSp+s1F9stThuigqZr6Zqa9dhzvh5YDyOzxRzvR37/61/m61/9ktB7rVBJ3ldKgdYYU2GMwdgaZSuqqiFOEpJCmax7aKJSoPdt8Yewy+hpMllWAa0s5hvf+NNvUcjhsZBOMrDKxtRvmJgsQZS2h/3JEhn0b7/3N1yenxPGkUrDK7dv8fUvfY6vf+EL3Dy7xqJrYRiIzlHpSIvnZNZw0rWczDuuLxecdC13b97g7NoJp2enzGcz2q6jaWq6uprE29E7jKkgRs6uHfPii3eZjG7piERUOohJpIue4B1+7FFRLJHRO7GlRz0JD0JkNdmJksecn6EKh0uUL6nXf/C9WM7QhLHP0PAdhj/vfvlfzuX9jPnee6Ib+fZ//I+8//ZbjJsVt04W/Hd//IdcP1ryTz/9GW/98h7n55f0fY9zA22l+eRLL/KF1z7FYt4Rx4Fx23O1WTOEyEU/8vMPH/DBk6d8+Pgxm9FRacNsucAbxdOrNdvREYAv/e4/45///lewRpiZ1lqwNmmuRmu0MTJBRhN8TPqBFiw3GmUNRjcoo9HagjITxmf4qWTwUkpWgEYRJgdj0jTzkcvzgM0BndrD+uJjzyulQuFHh4qBSis++9pvc/fmdT545x53bt3kj/7VH/Jv/ps/5uu/9yU+9YlXuX12Bs7x+NEDhs0a5waIDh0cYVhz/vhDzu+/x9Wjh1Ru5LSruL7ssG5LXF3x8q3r6CiK0dgPeD/ivZ800eA8wXtiVvv9iHMDrt9C8KKqezm8G/HjgB83Ina6UWi89xCCYHCGT9ghZghiVCPBz3zjm3/6redh+G+agOeBtHxndx6AWIqgEAL/8JOf8PjhfbTb8q//5R+g+4EXbt3k5tkZrQUbA8vGclQZri06rp8cczSfUTeWuqpww8B6fcVquybEyNFyyfWTI1554Q6fevlFXrl1xt3rZ5wsOvptz4hi8AN379zgzp1bkMy0SkkflRCZqe8hKUFKCfufSC0BrbQQ5wiKKFQpkS+lFFoJfBIEEFt2FBKE+BKewfDMSFTS7krsLScmF+ncs9OgspP44N7t27fpmoZlJ8A8Pjpi3s0IbkBF2PYbLi4uePr0KRdPz7k6v2AYHCfH1zg6OcbWFd5Htpthsp0vFguOjxZUVmOJNCpy82jJSzdOOZ13mBhoWpswXLC81AyDE2wfR3kWg5h7Y7LNxBjREbwfcX4kJGyPXv4T/aRxhhAgaZ4cIC6lLYX0MC//jNUToLP994DBkkiGzGtR/2CC8vkrr7xCVVVcOzmltobFTOwdl+cX3L//gAfnG/7hV+/x5ocPee/xJQ/PV/QeZkendPNjDBXbbc/Vasv55YbzjefJ1vPOw0ve+uAh9z74iKcXl+Acx7OW5ayhqTUv3L6FJjxzEByagA9CIoIbk9VPVP5MDkAkMUOcNFPvR0J0ODfsGcNKJNwho2jjugTK1PABkA7vlc90YjrZZJtLnoz8P9e/e/cFFrM5J0dHVFpEs77vefedX/P973+f73znP/M33/s+b/3yba5WPZeXKxaLBX0/sl2tceNI9DCOntVm5IOPHvD3P/kH/svf/C0/+/mbvPvBA84vrhj7HqOhtYrT5ZL5rEVFMcESxGYTgocYcOMAvlD+sl1JBTFNZ0FBJRIUvRipiMIjkvInWuiunUPsVkoJhpeq++F/gigzeebKIpgugJZnJS9QE6cGRMVWisViwdnZGW1dYXSatMrSdXNevPsCn3vt03z+U5/iUx97hVvHx7x890UWsznBeTSK2lgaW1HbCqs1ram4fnLCy3duc+v0GipGHj16zNV6jfeeylhOj2VyCQFNsvQRiCkqYBrbRL8LxFFM1kQAF0YiO+PVHmJN16LhmmmV7xwQ5s++8e/3mKZKWJuLet4k7BWV/Jz78rtSsoQMCk0g9gOtgobA1UcfYFzPa7/1KlqBJnJ8dMTRbMGinXFtueConXG0WHLz+hnXr12jaxoMirHfcH5+zuhHYvK3dm3D9eMjTuZzbl4749bN63RNhbGWwY3MuoZbZ9cmAGitpzAHYaIIQ9MGlbRgbcROn1eu1nKo5CRRaLQSxNJaoY0BpYhIWxNMlRJDX4KNzpUyg5usW0m0gUgIYvfVCHffh7sYdqbJ8AGDIkaPQdqoIhxVGnN1zuadt3h52XLa1RgNSsfJ8dC2LYu24Wy55Pb1U1596S537tyh6zqMsQyDw/tIU9XoCMd1xZ3jJXePFtyc1dyaN9xetBw3FYu2wqrA0mjqTc/mnV9jL86xwQsJyGRDSwgEByRAJbjIfbGdZIdwidVqzzeQ3ivakWeFPXxSXQvs3FXcvVjek/sHnXsOs5g+EjxNv+X9n/yYi7ff4pWza5wtZmL0ioj92xiqSkjFcj7jxtkZJ0dHdF1H03SMoycqUUJmTcvRrKPWitbAstac1BXL2tDoSE3A6GRZjHC9bRgePuLpu+9jvDDDyYuUAC/9ljEFdt6hckwkGOT7PpGnfP8QdtN1CjZCyHBC/0nyEIlDaNBuAjyeoA4NWIL1FCtgKj7VVQEdPOrygodv/oI7RwusG+gqi/ZpQrSlqhqqqqGbL6jbjqrp0Lamrlq2g6Pp5pyentE2M6qqoqsbmrqiUgrCiMJjYsAClVJUCiqlqQiovqfxMJxfih3cjRB9wjwxZGcgHhaxiO5W/GRLSrAo31FKQYyJgZZtCXn1GcMz0GXwAnhV0PJyBZCXkviUpuf5fv6/xwciuPWapTEstGF7cUmNIvpxYshKGUzVYOsKW7coI53cbjZYpRnHkfV6TUze+N6NGGMIwWGUnkynWnm0EkZvYiD0I7U2tLV4kbImFpNsXWLi1N89crJ7Pk1Koc3tw2UXjSvXO0z3qQ2ttcWYCp2ZQWYqOoqFywiW5sbF26LRUYz/uexHrBaxGCqFiRlN1TYMVyveffPnXDs6xo8OfEhKg0MZxHJXWenk2OO2Gzpr+N5/+X/5v/+v/5PLq3POry5546c/YwghYWgQoGtRTmIUtRzAoOn7AbTBtDWkcWUpI/exBHoJREpAIyZfpeSbHGB4jBKDGAqHtTzffUsfvpQ/lrG6xN5cr5y5Xdlx5sN3vYLq+Jjq+Jinq0uGYWCzWhN8UjBSBwG0NWirCEHsHX4ceP/dXzOsV5ydnqJ95PLpOSEErq7WDMPwzDejChMj3GxEc135kdm1Yxz7GnDZz1CMnQIu+TqXLEYbEnIWCmJZYopH9F60WDLAtRaxJQJR7cK7yg8qDFpJ8KSQIPMMkHe22WJAUeOVpW/nnLz6CZrrN5if3WBw4xQIpHQEA9oqlFV4IhiNthZjDH4c+dIXv8zHP/YKeIch8rEX7tKvV1RamK21dvqfw+JijNjK0C3n6FlLe+0EpyEq4TgqOZ9VAfisW+RxT0Ur8VLrpOypLDYKZchlgkUOncvWyFRH71WazjWKnbCe4/jKcvjOniH8oLNBKXpj6W7dRh2f8Jkvf5nrt2/DwerKxRhFVVU0TcNsMef09JTj+YzO1vTrDV3TUBvLyfExddeirU0m012QkNYaj2exWHD95g3q0yXOWkKSsw/Ho38DVuf/h1RAKUXUIq8ra5KZ14qTwZgpoCk7LjJP03v0qdCI5CvikZ8uD8Wd5wDrmaIVURmcNvimozq9zpWHaCzDMAg58SKPowJoAZbWGh8cfb/Fe8fV+TlPHj7g6ZMnGCW0dBgGQoR+dIw+MoaIm4JOxfCkjMFphZnPcdYQlCYkW/1eKRAmY7lSRrRMCj9uogAxye+HEyfkJqezZJhJnUDcWQtJM1deSxFNsqR7HAD7N51PmJSBrixxfsylqfngYs06WrzaRb56Lz7DEDxXF09YnT9lfXFJf7VmuFoTNj2dqplVc9q6Yxw851crHjx6zMPzJ6yHXkxSUeGVxinL1hr8bMZoKpyuiErcZlKyKJwC7qMmHND4XCas3pPLtZC/g3qH5yVMtTGGKqmxZSlflCUi0bAyvYqQopDydW607Ew5IIBgDZuqxt56kaNPfpajV19jMDUugPPCOEc30K+u2FxeMK5WxM3AeL7CX21xVz1xG3ny4RP684GKFq1qtGlAGTb9ljF4BqVwyhC6OVy7zjBfMliLI4IyxKgISuMj+AjiENs5ynPYyCEi5WOqN4mW8n5eJPJ8f+zkVfKzf/xp1Ch8TNpXWgo6VS4jspRSUxiXT6KOKUTAEughBTnm+8GldiOidHio3IZ48YBmXGGjQ7sR5QPD1RXvvvlz3vzJP3GtPeFktqR/esl2vWGzWtGPIyvf0+vIVdgy4Pj0Zz5B09WioFUNG1vhmg7ftMSqQlmV3GU7Jq+t0FplKrnWFls1EvGVnymFUpG6knA70EmSqtG2QitD1AaUwVQWotDwLKFEJKIsrxkBeAqDCCFISADi9JR7aSkchEpk4IrdZAfYPLP52nuhqUECmNKEBUIAPW6xmyeozVNat0WPAyYGNpcXXDx4TO01xmnMEInbLavHT9mu1/gYWLktj9ZPGW3EzmraRQMGgjGMtmJVtcT5EmeEURoLVWUkTUUCSCbGhpYVro1IOXXdTHxEa4XSEVNlwSGgtSUqg6lqtDIoW6HTpCldC+PO9hlMAnZimhlwTEtBSkmzMuDyea5flnhgc8ilJFWZ2USdMMAYYjPDqRqvkmFAKaq65tr1M45unHB684yTGye08w7daKgUyka0cZwczzk9WdK1MlhhZJpoLKrpiLYmmhplDVobcfySBIFYuCGiIkSFmJd3GSACA5HYsvCQgZ7hwx7Z2CfLETVpmLlMNWRJpcYPaFZZ8rUKCh0Lbp7i6nJHcqxdLs5JUpN4unOshyVWDTQzvNKgFS4GdGVRrUFVGmccq7jh0l+yURu2asNgBsyiQneKqtHYWpQlYc4QUFRth2lmNE1DXbdoW4s5VwsJiNoQE7BzVFkGfIjSTx9DZlE7ZecgNj6vhBCKnFOlJdIxI63SSTcJ4vEpBfeYxDSh3bt7ueQPHc6w0OwM4R02hBQy0DTNrgPpWQQ8Bl21KF3hgGgUIQXqeA19HBniyDYOOB2xXY1pLboxVF0NlQIjKyNqAdQYPBiLqSymasQKWddYW6O1FZu3lhAHlZQgCSSWIyg5ojIpzFAJkiCrpBSfY44iS+k6WmvxMysko+dAOXyuWBhCwEuA6NSZHcYrYlS4IA3mIy9THw0uCKcPnr2lG0vt1GhhNtqAsdi2I2pDQAszqhuCVlBVUFu65YLl6Qn1rEOl4JKoYPQpxjuZQEMQk69gmCCS0halLdoIrTWmSoC3k8aplAFtCek6xiQqGgFgCZ8M7IlcRvnWoaRHRszINJmaAwzOJRTmynJSDu/v/5fJ2B0yQT5FKuV3Q5qQTE+VtqANzazDhzgt5WrWJkBfY358gqkqoccpMMcTU9iZTGAIgeDFZpEzKzJmTQPWdvqmnjIwLGiRLrTWxJCcMj7zJpN0kTTGqe+71V4WmZidMJFLLAPy80Nd5KPk+7sGxKayH968W4rlxJgk24JGJVoPIvtGpfHighUM1wpHRJmKZjZnCBEfmTBSSSA4UYOtDbarkmVRoW2FMhUxSoBPHrxSssJCAOfSio0BF/zko8xjwogKjjYoY+VbWbyNChc8LoTkcEijzqZrzOTqy9/OiJV5XIYNJCklp9pRALictdxACdBcNxdV2AtyvWxvLtuazhOzCohYFpUhIIOv246tG+lHx3Yc6IeBcewTgBVVU0vgO6CNqN/jOE7Ikvuy/y1Z+hnQmbSBFtNCYvzyvjB2ijEK0sm7Iu0kcpFpcxp7KMxKJV7mvuichDSOI9vtlsGNk4uJRCZAi4a2WxBTydwbLTF0uQMe0eZ2k5ek0SmsQiVyoAnagrIExARgKstscQy2oh8H1v2azbDFRcfgHZthM5GdMWTMTtY4rVExENyIzUqOFsAJyRFylslCQKOMFUChCChciHgULmuRUSc47ErJI2ISNDKZycDN445FHPnENDPgysrl7D7v2DW6j+GHdcrnh21oLRkMCpIEIKSmajvmyyMWJ8d08wXRGno3shkH1tsN22GYQhyMMRJoaQxWG7RS+M0GGwK1VpISeLAyJcJq1wc1LftEBqZVIKYApZQoOUrvxMtCxBWRVEgfSUCIifFmOFICPHdk8t0VACnPM4Oa6GqK28hFFbb1HJmqVJK/0/u5DasVVQw0GuI4pDQRGUSMoiDpuqVaLjm9fZujm7dolkuqboatK6qmoq4txiiJEFARbcAqePTBB7z3y19Q+8DpbJY8Qrv+5CMzVwS8sgoKb02MAo8QBaAZyLktEDouq1NayaQLhK4ID5OiS6B2XUdd19NDCnpcdjLfL+8pJQw1t5fbPBxgPrTWaBVZWPjVP/6Ed956kxxIE5PtwUdZ1l5pYlXRLJd0swWqslRNjakr0CIDW2tpq1ocEFoR+i3v3fsV77x1j1nb0XXd1HaJYHkcwuR3KzuEMBHjqBL5iEJaVRIfsyODyUwriuPh7kO5KFVEXpHp3wRQaeCQyxoj2QGSMZDsB0rUSv08sqIN2liMsegiayAGT2cMF/ff55c//gGPPngPHQVDKRi19Edo+6TNGi0ZDCZ5d1Lstq6s7AqEotKaq/ML7t27x2q14fbt28QoceouBsYwsh23DIPEBe4mIsiKyVs5aSFXGCt6Q/ovqzA7y5VgvRJeMAE/6wEFkk45PkqpvR13cqXyvJyxrutYLpfMZrNJfhUat8Pw/M4hZmkUVmnayvLrX77Jg/ffZXN5kUIXkjg22XU0tmpkgEEsfNZa8e5bS9RCFvbkbh3p2pr5rOXRoyesVmuWS4lxEex1k3FuHPsUO77LTsslJuApnTw4SWFCiXWQ5KDYWaB275Xj3R/7M0BJs1WKVTCJSvneOI70fc92u8U5J3RbxWwymACvUqRWnrhyBRA99z98n4snTzk9OZ5MuKFY2jJ5FmNFHje2omo6lK0E2CltsKn2gW614uz4hKaS2Ja6arl9+y6LxYLKGAiS76lilCB8n5OmJPHVx5CAmaKzlKwqpcX652PEhYgLibajk1gpq11iXnZHhvOE4RkIz6O55fNcYpEDnzE6Py8lKK11MiCJ2VIwRqKtlFI8vP8RbuyZtx2kzQdyvXKpS9syKFOJNJPbr6qKykr7JFpbGUPb1nTdnGvXrgOa2WzGC3fv8tILLzOfL0VKwaCCwg3jJB6Xu1xM2JnodNZoXX6uRMz07PSZEqPz+US2d0pAEvYTU5hoUELRiASC+WQVy9cxiJwaSB9XO14ggFeEIJ3JxVrLyckJxhiGccu8m+HGkeDExaayChwka3noNwx9L8+DTLRMjMXUDbZpwYhtRLxTshKtrelmc27feWECmDUVs27Oyx97hZdeepmumwkgQ0z5o55xcATvCG73P0tv3u2EhRJZBSl2FEDo944HTggiD/exuAwuL0s5W/nI2F2+r9S+g3WK40tbJp0cn2KtpZvPuH33RbQ1XFxcMGy2BLeL/QthFyQUnWMYhrRbRCAioQd11cpqKZBEImEF8+fLY46vnaY+iWHM1g22nnHjzot87NVPcvvuS9y5c5fjxRFEjXOBofeM/cjQj3jncOPAOPSMwzZNgIT3ETwhupQUuxNASpiWxXzzz//8W0aLq0gpPQ102vausJDJBGSurCXHBSYLg1JK8mCkxhTvqZTCWkPXdcxmc7SRHYNqYznqav7+jR/S6sjJ0YJ2NpN2YyR4Sd/TMab9UyQJKgSHLhgZyaMUQkw2E0WMmm1UHN9+ic98/otcbVd40eHRpqKezbF1S9vNsKYm+sD16zc5PbvBcnlC3XSyOp0kVMWE6dEPkomcnBDSV8TcG1O+fwQfXQpvzsiYxM9v/vk3v6WT+JKBvVsW+5gvx47Gl88m+pzkWQr6Wtc1dS2Jp1VVS31jsNZwslzy8P6HPPnwfaxWNG2bbMuglcZ7R/Q+DVa2aQpeplnC9ASzvfP4IK67iMWj6IPhE1/4Mqe379APfbLDW7rZAlM1KFPRNUuWyyPOnz5Foei6ObP5ksXymGvXrrE8WuKGkdV6RfCSCReC5G16NxBCFHFYRcK0NZUkH8iml0wb6ACY//A//IdvwW5nm0NA7v5rWapZDc/kPQqQjRj9MFoAWVV2ksuN0RAjlbXoFLADkpatjOXW7Rv8w49+xLhdYdA0qZ5C6PjQb3HDACEQknc/knyQVYPzEe+iGMKU2Li9qvDNjN/7w3/NqA3rzZoItN0MUzUidShD1c6wlexocXF5jlaaqq7Qpk7WSstsNqduaiFp41Z2vXBb3LDF+4HgB0IYUwRXTKksXhxAMQiMIhCjYLjQnWdpTgn8/DzfMTZhbyWaqTZJTVbCxVWIWG0w1hDTqsmSSi5i17bM2wbtet7+5S8Iw4A1YLUFAtYYxsGxWa+JIcrOncnPWDcdtmoYeoePkpZH1HhtGW3LK7/zOV761Kc53/SM40YAW7fiUFEGjKFuRY+YdS2PHj4gjIMgVjL7GmUx1mBtzXwxx5qKcewJ3oHykqvpPMPQE6ctnhK5IRBSJIROYrOesPpgV4mdmJc57f4ERA9ukPS7tm2pbSNp0W5EBS8aIOKlr5IbigPuHrM50za89rtfpjm9zuAdTx8/4uryHLftic7TVjVk6SSCNjW2m9MuT2m6BWhRjoytqZoGO5txdPsFPv27XyHabDuX2MNcvPdYU6fQNFkp1lqcG+iHLdvtWhi4AqVrqmZG1RxxdHqbu3d/i9nilBhkry439gS3ZVhf0a/PcdtL+s05brsiuh4/bvHjluDGnWq/zxh3EskekAtGqpSibVvatp3qxqSoCA3ObFsAlbXR/O7UXlREa6mPz/jtz30erMW5wPrqkmG7wfUOk3iBc15MC3XLbHlCt1iKKFg1NE2LrRuq2ZJ2ccZv/c4XcHXL4EWSatpKbOhprMaIopT7E4Njm3YDneCQmJ5gfIO2LVU9xzQLbtx+iaZbJDNvgOBl54lxwPcb3LCh316x3Zwz9CvcuCG4fofhujDeAylTawfkkLzwMe3asFwuRbUOwjwyZmd5fprANF9TgqmWkIUsnweiiHRNy6uf+SzVbAnK0Pcjq9VK8u6HkaYSSSL6QJWAFYJ4cOpGMiZMPUe1JyxvvsSNlz/Oagj0gySsAuA9LjrQiqYRe5A2UGnFRx++Twwe27QYW9HO5pJkpVQKs9DC8E2NrWY07RHXb71M285RUfhNCJKz6fwA4whOgO+HDeOwZhzWOzlcJ42wDPktbE1TaduWpmmIhTyesZtigihWzqHnI9Px3IaLgWhqjq/f4eOf+SyDEWfHOHqGQQxM2WgWQpKmRnGcxCgKTtQV1DOYH/Pxz3+JaGtCVOJQCYFQ2M7Fg58MXQr6Yc2DB/dp6pa6mTFbnNA2c1GgrBiljK6obENdtWjboHRF2844PjqdEEysnSLBhCiZygSHH7eM/RrvenRlNJWRJauUwlaaxXLG9WtnHC+PJgC3VU1b1XRNK4lIaeOWrH67GIhapXCwZFDJdD/u7MyZrGQSg1AdgtLotuPVz3+R+vQ6Lq24vu8ZhoHROzHJGiOCb9o9zRhD0BpPRWhm3H3t0/h2xpjycPphTQiDrNi0Z4nVRgxoRLZXF7z1i5+LTL44Zn50Rt0KqUJbFMlYlpDQWEVdi6ibyWc769L4PCF6nB8ZxyFlKI+oGFHeEYYe3bYt87nMpnNCxy4uLnjy5AnjKLS3rkV2XiwWE6kIRVJpLvlZPvLGjPn60DaSj+l9Y+lObvK5r/8LfNOxCYiXp9/iRyeGqGSvj1GyiQFs3RC7OWcvvcLZCy/Ta4lRUTpy/ugR68unRO9QUbbeCyFwdXXJe++9y3vvviPpikfHzJZH2LbD1I3EfKf+mbytB2B02sgmB9hrTdd1IpsX6YF5AgSbkjI5OsyfffPPvtUPA30/4F1EK0NdN1SVzKD3gc1mw2wmUUwhDTJ4oclCg/UkDtq6Sb7BbG0TeV1roXN1I3F7GdA5a04BWimUVlRty2y+4OGjR/hxQHkncnxVYW0l0WFK4ZzkbTpdo5anvPq5LzIoy+ADxmhqpXjrFz/l4Qe/5ur8nHEY2PaO9bbHB4exmrruqOoGYytMXVNVNcZoIp6x31JZsbvHZAg12lJpSQhbXTyBOOD9ltXqSuIwReAGLX5PsiNdFHT0OI57mJoxdxgGhkF2bMizmBlrrhujJLVWVTUtrxDChAHWind7MhcUNL/E8HxEbcA2NIsTbn7sE/zOV36f9vQmV15zNQYeXa64XG0ZQ2AcXYphMfQRXvzt1xiNZb3dCONyDkXkaNYxb1pms9lEBjKvyv0mp5Gkc6UUeI/3TnaVLnZyy+NyY4/3EimgCh+AzvEuWnhgRqyQ7EL7m4wl77JLhqLtdksIgbZtdxkAgE8bvMQoYcgaRVU1aC2SAyB7R2lLlcJ8hbw4hqFnGHpZbojUoorUaKUMqmpplqcsbrzIl/7o3/CJr/4Lmjsv0dczHm22fHR+ztOrFevBs/KB2bXrdKenBCXGsUorlJeNZrSydPNj2m6JbefUbZe2ZcrhbZnRi9VTpfSaGOO0dbYgiYxTpdyd7XaT9kyJQOFSlLUqiJmogVIqReEozDe++WffQm6nv/uWvxhlPxL5MQsFaTfKnJWVZ1dcaEJWvPfoxBRNiT2IkcenEOZ8UEo3IbLZrHn77V9z7+1fMz864dVPfoobd19geXyNazdv0i6WDC7yeLXl0nn+2Ve+gu7mbMeRcdhwfv6Uhw8+4tHDBxAi7ayjmc2pmw5TdaKA5U3DZNBErSeRVRC8Zxi2YmhLm5hprbFVhVHw6P77dI1i6FdEAn2/wTmBSQwBH9KqUEqMZiAy/d+9/rdppAnQRVhunr0bN27I7CqFNpKKt1mtidFTaUl+qioRFV2UnwxgypzIDHTHVEMI2CR+1pUwIe89H330EY/vP6C2suwhsNn0LGYd189O6Tcrnj5+TFNVIi0BaMXRyQlX6xUPHjzg6uqCYRgmo1lVNYmBZqVLxucng1IafrZgNh2VsQz9JVcX51hradsZSldoWzObLYh+y5v/+EPOTjqePP6QutJ89OB9VqsrjIq4kHOV7BRtq7XYjSZ0zsDIpaS1GTszGRHaLICNyfPjnBNnbgo9ILnhQiGl5GVnjMEniejq6or79+/z5ptvcvn0nOVyyfL4lOXJMSdn17l15wVU03HZj5j5Mcd3XkItj9nWHXp5THftjIcX57zzzjus11cicSwWtPMZVduhKjFAKWPkSNhtjHlmbxOfBIFYZFJ7N0DK9kiQEc+OS7sH+V0co+SWjkn8FAtiHnsu0wY1+QMAMeXAhLSZwO6+WOUyUwwhMLpedsWJDgiy/aeOyfOt8D5K9kOm0cVmAlqJ76+uLWdnZxxfO6VuG4l1iQqlLXXbMD8SuXh0gapuOTo+pW462vmM9eqCRw/vY5ua+dExs6MT6tmCqu4wtsLWOWJ2l8YnEw+6EsQAZIuR7DacbEoBlzYTc1HsKgCb7QpjFcOwRSkxbOksUCRdJPMylOShZtq/FwiUS56EPNP5fOpQ1NS1/LhFSL86QloBueEM1Fwnd0AVMSAT4Au7eVa0ghIZvHciCdRdi7KGcRxxLrBczun7De+//z5VVbFYLKibVoBrawGslZhukzA7A11riVsnydEZWCpE2YYprW6tFH7s8V5S1EFS4YfthiaZa+umIZKUOLWTwnZbo0oRGEu+RUrV2y2bnKSvlGBz9GkH4SiADUG2nJZlKRKIc4PktyezrDIpq0tHogriHEhqfk61kwkR20sevLIKXWmqykyb5WbnrNYSfKM1KBz3fvlzIp5uPqNqW4ytxd6j1RQgGhNwy3PPLhc0r+wYBKmEPMok60QmxrEn4kVwCIHtdo21GucGqqbdizOf2kvZ1XllZ817oiO7B1Iy8KfZL7A8X2daLX7I7IN81pNfro7cbvmd/Xs7pah8t+QpABeXTwFouzl1MwNtJV28UKpUNp6l6CzJYNDJ5ykGtFw3A8p7RxjFu6QUYr4Ye4IbqbTGh5Fx6GW7bUBb+Vmbcgy5zbyqyzHqmGIDDwedrzMWl0ADsRrmpZoVG/wOG42upkPyhkRCyEDLh7iNigMmj7cq4mMmG42kE7C62tAtFsyOTiSJykhgvUokKw/aKPm5g+l7UZwXOmhs0o611gQViDqiosclVxpACB43bmXVq0C/uUInxqmUmD22aSu9nNFXRkLkqIaMznuKT3lM94rd45WSHyfK19meLB0rSZI8z1iTaWd+ljEiFvEa+V1RHZ5dHbn9kALjR+/oZjMJxs/pHilV77Dkb1Osmnwvi4mqkKKiz4pd0jL9SAye4HpWV5fUtcU5N/ExYZ7y7dzfcmxleSZ6Vs73K6r0TGstbiS/M3XuMFAR4i4DIU4MMYctqIzA8h1EAs7vZkUkl5giogTTwhQJFaOfeEuecK1l/9fcF59WrFzn+JBdu1pLuopPuUEh23piRCM/k+DGLSp6jIJx7FFxxI0Dm80Kay2Di7SzhUgkboDUN62ZfqsChO9F/PSjfpqC5kyDz6JisWNOXnokJkZBp0vszZOnJsVJSgZMPs9YnuvtvYfYHQ7byQDNfSknW6kc4J/Op/YEEPkb5fdytG9uM8vbEY9zw0RGYpAJcMMakzK2Q1TUTYsPI86NKJV/YUWEBzGs7WxI+ZuaAhtzCckJPC2xLPKlzo2j/IYDiVzkNnL4137JuLy/bPP/XExa2pH0C4Ne+pDDzjIvyJN2ONm5KKUg/eJJtoGXJY+1BDwF2YnBgRcyQpSdhggeP/Zs1ldUxtBvBtrZEVEbNpuVbPtU5EbFGIl+TEavndk2BEkknC6mWSjoZ9nRkCyBPu1wo0Kyk9j9sNz/WsmDPRz04RGSfJ+xOTPoGGV1yETvVpZS4gjP59O9g2/n+uXY8tgFw9O2qEEUuUxeYxgSw5TfjZvNF2it6dcb+eGPQkEkfStj9x5sy48fDnq/M3JujEFHGLc9MTHObJzf29L5oEztAigxGinYbSOaPEgx7bo2tZHU8AkBlErSi+yLFfJO/Qm2O0xVKC+5PHv9OfjthjQyobPeJQY5ELyfKL/8nIwjhoGrZD6oqgo3iqadPUJRp8yNKJuKBdJmDkCIYi3dX48HJRbYEoI4cBsrRifvPX3fTzNb0tRcDs/zUT7bYbnsUJztL6HQTHfvlSYIIT0qelGdI5LCl4E77SWbGWfhY80yvRabc4yiZeZ+yA74ovihZH9ZrYSvbLdb2rZGEcWskchdzmwrMbrE7Fz27eHPKRmIKmUPADTJazMMg/j9EoZzMKhDIOdvqMQXpt8/Tu9lJqNU2jPqQJEBUbdV4iMhODabFbDzlebvZBpuiNj0etmXkCQHlfKZdnBINNePeyIxPjD2A1qL7QQCw3aFRkkuvzZYU8seu6m3SinRODMzzkwzlxLo+bzE3JC8QfleBu7OWrYP7HxNMdj84XLwJMvioZa6w+bfXGKMsmvnQZuenbw/fZekoBXvyq6veVcJuecP9hcHcF5+WgwQeT8M9Js1VdVI1EDifYd9nsabQDsxzVJ0yg3nRkrMGYNw5Dy4zMCUMbIjXGojd/g3lfwspo0fvY8p6XRHsyfgJQDIdRZPhVTUdUtlU0rKHqNMW5Um+4nS+8oTeRMDLI8vVvzdj37Ge/cfM/gdORO6K8jjBtmsPWu/Lm3YXjcdKEmu1VoMWCRfkjpg3ELgilICPQOkHHzubCj2jRqLnKByYsqSJyjfz+d5wrJcn5mPKrW+YvJyKIf38vvHxqRdPFXK5y9IR0he84hPUofQZQCtUiw5FS4afvXrD3n1k6/x//znv+b1H/09j5+epzyglMKuEr8oNODNZoNJ3vwQRf43RcRZ/p8nL++kJOvoOT98lzueB50/FBKtzYMfBvlB6Fw30+HD9zOA8zeUFp9hCWydd9JJWmcIsqVF/n5UCXe0Sl6V3aSIhTMx46TsqOgneV7KTpnrx8j/+r/9J/7Hb/9PvP/wKVFX2HbObHnCk8vVpMSAbPI+DBJ0pBPpHIYhbdlaodTObZjHV5YYxV9MZppx4qg79A+FZqkKW3L+WF76+T1j5LeIMwCmD6WSn+mCzmU5O9/P3yjfzX3L/SjbzNfShwhTkLwkTInjekfaMkBAc+9Xb/OF3/0KX/y9r/LRg8f8z//L/86HDx/z8PEF4+BF7U+TCBo3CqnJZtkQoWk6VDKAlWPPY8oljwkJqJ5uw16n9jEUvfNYey8dMvVuiQPThOU28rsl8JScEHf7mSVZfqexZgDHGPHs9iFUaqfcUAyknIjcZ5CV6GIQb01e4kqY3rWzG/zi3j0uLlc8fnrF4GCxPOW9Dz7gzgt30TFMqr1zjtF7QGOtaJd1XYvrTmuG5JozSRzSxT5gRsk+tTHBZAJ4BlKerT0gpWcZKD5pmjmuY4dhAoSMqbmd3EZuJwM1JEUq0+1ygso2Q3IY5JLFtTwxU59DAlL6rU1BhJ1UogpD17Ub16mqivfee4/z83MAnjx5wpe//CWuLp+IROMGSAlhwzBgjBJWHMKUyJXtPjoLF88hz9O4FPx/WwU1aMAmDfgAAAAASUVORK5CYII=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10" descr="data:image/png;base64,iVBORw0KGgoAAAANSUhEUgAAAFwAAABdCAYAAAAoswH9AAAAAXNSR0IArs4c6QAAAARnQU1BAACxjwv8YQUAAAAJcEhZcwAADsMAAA7DAcdvqGQAADNISURBVHhehb1Zry3JdaD3xZDTHs5wz51rYJVIikWqOYkUBzVaaLWg9kPD3YD1C4yWSLV/Bf9HG+CTAQO2bAP9IBiGAYvtlkiJRbIokpLIYl1WsaZbdzzDHjIzBj+siNyx971sB5Dn5BAZGbFixZpXbPV33//rqJQCIP8HiDFO10opYozTs7JOWUIIzzyLUc5zTVW0F2NEaZ1f2GtPqV17+X/uU64n/dt9UymFNWbvvk5Neg7fNcTop3p5rOW4D0v53dz/fI1K43lOO3v3/u77fz2NUmt9MOhdxfK6vFdel/fydb4VUgdyC0opAWTuVAJsrkcMU3ur1YrV5RXvvvsuxhhu3brF2Y3rGGPy51BKoTUYrVHqWaDt+pYnLz9PE1OM/RAOMUZydVUMu5zASNj75v55qhMj6vuv/038jbPxnPNcpg/9hv9MmCnvhTxp6VmMUQaW30nPQ5qoRw8fcHl5yV/91V/xi1/8guA82+2WcRxRSvHp3/kMX/va1/j4xz/ObDbDWksIDmsMWu/GYYwRgE2HT8/SyiowPPf9eYCLacXpNIKyTowR0iQ/28Z+++r1H3w35pcOgU4CWgn4w5Lv5Xq/CeCH75bfy9fee+7du8d3vvMd3vjhDwkhMI7j3nveexm41iiluHnzJtevX6eqDcMw8LWvfY2vfvWrGKOm9gVjPTHGqZ8lIJVSe5hLAYM8pkMMjyqNIab39T4MSoDn6z2Aq7TE9zpTVMxHrptLeb+8t3u2f++wxBgZx5FHjx7xF3/xF/z85z9ns9kwbLfP9ElrTQgB5xxaa6y1KKXw3hPxVFVF27b8wR/8AX/yJ38yYbq856axUJINnSaFQ0Dt+qeUAp2eFwDfey8vmIOxCp/YFfX6D747Mc3DD8q1tBRjSIPPLe8AfQhMAXS+J+0droAQhETc++VbvPHGG3z/+99ntVoRQmAYBkLY0fDcLyFBgqlE6Udd13jvQSvGcaRrWpRS/Lf/7t/yx3/8R3Rti/DlHeONiZzlopTaA2BZJlJ/gGjkfiUMP7y/WzJ5HAlxXv/Bd2PGHIqZz4PNAA5BaN8OY3cDOCyxWLolSVEFxjo38u1vf5sfvv4DYoxst1u01vR9v9dG7ktmkCG6CeAqYbe1dqKxta2IMVI1NZ///Of503//37NYLNKA91fjHqIZGWcGeO7vbwL4BJ//H4DvY3hAgwBRKTUxGPY6E4ixxM6Y7h1ieCmeaYyxSNu7AeZJDSHw0Yf3+fEbP4TgGLZrNIHgBnTBznJd7z0qRoJzuDEQg0xc3/eEEPE+EH1ARXDOEUJgHLb8+I0f8t3vfrfoQ9lyAbQDQOZ+kgFa4FS+VjFNTnkjVdyfgFLi0ejyYca+wxnLJQO5BCLPfGCfU+8mqqgXAr/61a+IThhgLLC/nMR8nlddfj6OY7GCkjj5nHfHceQv//Ivuby8lO8+p5QAPhzb865zyd9+HqxiQb4AlMq6wd6UqwlYUlGuyxUgLymUkuWcG5H6+zQx33+mXpD23753D6sNKoLVZgKgMUYAnLDaao1JpIME/FJOziuQBPj8zRgjwzDw5MkT7t+/nyZFsD+PsQRo9GHq267t3f8dVu9GGmMkht2kheCIiWbLu8+R8aeTgonkxnJ5HpYezmxZP18f1snXq8tL/ukf/nGSNLTWGCXndV1PGJe/m4ENsjoO+6aypBIjzjmcc3jvJ6nmxz/+UQEUIVFZvDzsd24z3z98noEZQngucHf1d2SphMUEZaHTFJgtZYehu/u5Q9J4xnjNIc0GUJhJosgffuONN+j7Xj7uQWuLtTVdM5sm3lrRGEnKi2iPclgNVoNREU2A4FA6onSkMgqrgahp6o5x23PvzV8+I/kEAi44Eth2QCz+5z6XY/Ix4mNMwPZoIip4dAQV4nTkElUgJMkqxrgDeEjLieIjz8PQfC8/L+uUz6aBFUs4Y9fbb79NUwmD9qOjNpZKJ43QB6qqQqME+9nJ4JqkoAQhTfl7Sil0FLtJ/l5lFASHtZb79+9zef4EPw4ENzK6Ae8GFBCDJ/p9MpNLeS+EQIiyKkKywcQY8V74SV5hZf3D9pRS6Ix96VZxvisysDhJJ3JPMJqoIe5o1OEklUVWRsANI4SI1Yq2qagrg9FAcPhhTLRdgGpUxGRhQClUjBglWGw0aBXlP0omhIB3A8GPxOCoK8M4bLk4f8xmfUG/vSIMG3Aj0fdEN0Lw+OAKUS4Sok+4H0AJRoepTgAfxDCmAqhAUBCUGMmCIkknBYKkopVSRKkxlYy5GXihkAg4oGuHAD7EkPw/JgCeP3nCr9++h1HQ2oqmMrTWYLVCeY+OgXG1QoeAdo5WayrvqYFGKWqtaYzBojEBrNIYFCaRmkobaqMxRAxRABMCbruiX12yvbpgWF8x9mvcdo0f1rhxQ3QjfuiJ3kEQnhEnBSlMGJ1NBIdjzaWEW8kWc12dZ+gQcIKNZYMK0pLeEzujR5GMOs/h8tN1FAb2s5/8FDeM+HFku16xaBsskZk12OAxfsC6gco72hhovGehNSdWc1RpjuqKzihqA7VWVOmojabScNQ2zGyFNRqFrI7gRp48eIDv18Rhw7i5Ythc0a8vGbc7wAff492W4HvwDrwjjAPReaLzaAIqelT0E2bnsRqErMnEZJLz7P9JSimBewj8UhP9r5UY455qfAh8gPvvfyAkQymMgkprwnbDcVtxUltOK8ud4yWffvkF/uWXvsg//+xn+PwrL/HJmzd49eSEW23FWW25XltOKsNCa2ZaMTeaZWU46RqOuprGaBE5jYbguHj6hOAFi8O4wfdbfL8V4K8v6ddXuH5NGLZEPxLHHVmKwUEU0qOyfT+NJ8OqvCflWRoOoF7/wfemO4eA5jkkItPSTGamD4dMu3bv7DMOjeu3/Kf/4y944/XXiX7E+MCyrQjrFZ977bc5XS5YzJacnp5ytJgR3Ijyns3lFVdXV3z00Uc8ffqUVd/z+OKSp+s1F9stThuigqZr6Zqa9dhzvh5YDyOzxRzvR37/61/m61/9ktB7rVBJ3ldKgdYYU2GMwdgaZSuqqiFOEpJCmax7aKJSoPdt8Yewy+hpMllWAa0s5hvf+NNvUcjhsZBOMrDKxtRvmJgsQZS2h/3JEhn0b7/3N1yenxPGkUrDK7dv8fUvfY6vf+EL3Dy7xqJrYRiIzlHpSIvnZNZw0rWczDuuLxecdC13b97g7NoJp2enzGcz2q6jaWq6uprE29E7jKkgRs6uHfPii3eZjG7piERUOohJpIue4B1+7FFRLJHRO7GlRz0JD0JkNdmJksecn6EKh0uUL6nXf/C9WM7QhLHP0PAdhj/vfvlfzuX9jPnee6Ib+fZ//I+8//ZbjJsVt04W/Hd//IdcP1ryTz/9GW/98h7n55f0fY9zA22l+eRLL/KF1z7FYt4Rx4Fx23O1WTOEyEU/8vMPH/DBk6d8+Pgxm9FRacNsucAbxdOrNdvREYAv/e4/45///lewRpiZ1lqwNmmuRmu0MTJBRhN8TPqBFiw3GmUNRjcoo9HagjITxmf4qWTwUkpWgEYRJgdj0jTzkcvzgM0BndrD+uJjzyulQuFHh4qBSis++9pvc/fmdT545x53bt3kj/7VH/Jv/ps/5uu/9yU+9YlXuX12Bs7x+NEDhs0a5waIDh0cYVhz/vhDzu+/x9Wjh1Ru5LSruL7ssG5LXF3x8q3r6CiK0dgPeD/ivZ800eA8wXtiVvv9iHMDrt9C8KKqezm8G/HjgB83Ina6UWi89xCCYHCGT9ghZghiVCPBz3zjm3/6redh+G+agOeBtHxndx6AWIqgEAL/8JOf8PjhfbTb8q//5R+g+4EXbt3k5tkZrQUbA8vGclQZri06rp8cczSfUTeWuqpww8B6fcVquybEyNFyyfWTI1554Q6fevlFXrl1xt3rZ5wsOvptz4hi8AN379zgzp1bkMy0SkkflRCZqe8hKUFKCfufSC0BrbQQ5wiKKFQpkS+lFFoJfBIEEFt2FBKE+BKewfDMSFTS7krsLScmF+ncs9OgspP44N7t27fpmoZlJ8A8Pjpi3s0IbkBF2PYbLi4uePr0KRdPz7k6v2AYHCfH1zg6OcbWFd5Htpthsp0vFguOjxZUVmOJNCpy82jJSzdOOZ13mBhoWpswXLC81AyDE2wfR3kWg5h7Y7LNxBjREbwfcX4kJGyPXv4T/aRxhhAgaZ4cIC6lLYX0MC//jNUToLP994DBkkiGzGtR/2CC8vkrr7xCVVVcOzmltobFTOwdl+cX3L//gAfnG/7hV+/x5ocPee/xJQ/PV/QeZkendPNjDBXbbc/Vasv55YbzjefJ1vPOw0ve+uAh9z74iKcXl+Acx7OW5ayhqTUv3L6FJjxzEByagA9CIoIbk9VPVP5MDkAkMUOcNFPvR0J0ODfsGcNKJNwho2jjugTK1PABkA7vlc90YjrZZJtLnoz8P9e/e/cFFrM5J0dHVFpEs77vefedX/P973+f73znP/M33/s+b/3yba5WPZeXKxaLBX0/sl2tceNI9DCOntVm5IOPHvD3P/kH/svf/C0/+/mbvPvBA84vrhj7HqOhtYrT5ZL5rEVFMcESxGYTgocYcOMAvlD+sl1JBTFNZ0FBJRIUvRipiMIjkvInWuiunUPsVkoJhpeq++F/gigzeebKIpgugJZnJS9QE6cGRMVWisViwdnZGW1dYXSatMrSdXNevPsCn3vt03z+U5/iUx97hVvHx7x890UWsznBeTSK2lgaW1HbCqs1ram4fnLCy3duc+v0GipGHj16zNV6jfeeylhOj2VyCQFNsvQRiCkqYBrbRL8LxFFM1kQAF0YiO+PVHmJN16LhmmmV7xwQ5s++8e/3mKZKWJuLet4k7BWV/Jz78rtSsoQMCk0g9gOtgobA1UcfYFzPa7/1KlqBJnJ8dMTRbMGinXFtueConXG0WHLz+hnXr12jaxoMirHfcH5+zuhHYvK3dm3D9eMjTuZzbl4749bN63RNhbGWwY3MuoZbZ9cmAGitpzAHYaIIQ9MGlbRgbcROn1eu1nKo5CRRaLQSxNJaoY0BpYhIWxNMlRJDX4KNzpUyg5usW0m0gUgIYvfVCHffh7sYdqbJ8AGDIkaPQdqoIhxVGnN1zuadt3h52XLa1RgNSsfJ8dC2LYu24Wy55Pb1U1596S537tyh6zqMsQyDw/tIU9XoCMd1xZ3jJXePFtyc1dyaN9xetBw3FYu2wqrA0mjqTc/mnV9jL86xwQsJyGRDSwgEByRAJbjIfbGdZIdwidVqzzeQ3ivakWeFPXxSXQvs3FXcvVjek/sHnXsOs5g+EjxNv+X9n/yYi7ff4pWza5wtZmL0ioj92xiqSkjFcj7jxtkZJ0dHdF1H03SMoycqUUJmTcvRrKPWitbAstac1BXL2tDoSE3A6GRZjHC9bRgePuLpu+9jvDDDyYuUAC/9ljEFdt6hckwkGOT7PpGnfP8QdtN1CjZCyHBC/0nyEIlDaNBuAjyeoA4NWIL1FCtgKj7VVQEdPOrygodv/oI7RwusG+gqi/ZpQrSlqhqqqqGbL6jbjqrp0Lamrlq2g6Pp5pyentE2M6qqoqsbmrqiUgrCiMJjYsAClVJUCiqlqQiovqfxMJxfih3cjRB9wjwxZGcgHhaxiO5W/GRLSrAo31FKQYyJgZZtCXn1GcMz0GXwAnhV0PJyBZCXkviUpuf5fv6/xwciuPWapTEstGF7cUmNIvpxYshKGUzVYOsKW7coI53cbjZYpRnHkfV6TUze+N6NGGMIwWGUnkynWnm0EkZvYiD0I7U2tLV4kbImFpNsXWLi1N89crJ7Pk1Koc3tw2UXjSvXO0z3qQ2ttcWYCp2ZQWYqOoqFywiW5sbF26LRUYz/uexHrBaxGCqFiRlN1TYMVyveffPnXDs6xo8OfEhKg0MZxHJXWenk2OO2Gzpr+N5/+X/5v/+v/5PLq3POry5546c/YwghYWgQoGtRTmIUtRzAoOn7AbTBtDWkcWUpI/exBHoJREpAIyZfpeSbHGB4jBKDGAqHtTzffUsfvpQ/lrG6xN5cr5y5Xdlx5sN3vYLq+Jjq+Jinq0uGYWCzWhN8UjBSBwG0NWirCEHsHX4ceP/dXzOsV5ydnqJ95PLpOSEErq7WDMPwzDejChMj3GxEc135kdm1Yxz7GnDZz1CMnQIu+TqXLEYbEnIWCmJZYopH9F60WDLAtRaxJQJR7cK7yg8qDFpJ8KSQIPMMkHe22WJAUeOVpW/nnLz6CZrrN5if3WBw4xQIpHQEA9oqlFV4IhiNthZjDH4c+dIXv8zHP/YKeIch8rEX7tKvV1RamK21dvqfw+JijNjK0C3n6FlLe+0EpyEq4TgqOZ9VAfisW+RxT0Ur8VLrpOypLDYKZchlgkUOncvWyFRH71WazjWKnbCe4/jKcvjOniH8oLNBKXpj6W7dRh2f8Jkvf5nrt2/DwerKxRhFVVU0TcNsMef09JTj+YzO1vTrDV3TUBvLyfExddeirU0m012QkNYaj2exWHD95g3q0yXOWkKSsw/Ho38DVuf/h1RAKUXUIq8ra5KZ14qTwZgpoCk7LjJP03v0qdCI5CvikZ8uD8Wd5wDrmaIVURmcNvimozq9zpWHaCzDMAg58SKPowJoAZbWGh8cfb/Fe8fV+TlPHj7g6ZMnGCW0dBgGQoR+dIw+MoaIm4JOxfCkjMFphZnPcdYQlCYkW/1eKRAmY7lSRrRMCj9uogAxye+HEyfkJqezZJhJnUDcWQtJM1deSxFNsqR7HAD7N51PmJSBrixxfsylqfngYs06WrzaRb56Lz7DEDxXF09YnT9lfXFJf7VmuFoTNj2dqplVc9q6Yxw851crHjx6zMPzJ6yHXkxSUeGVxinL1hr8bMZoKpyuiErcZlKyKJwC7qMmHND4XCas3pPLtZC/g3qH5yVMtTGGKqmxZSlflCUi0bAyvYqQopDydW607Ew5IIBgDZuqxt56kaNPfpajV19jMDUugPPCOEc30K+u2FxeMK5WxM3AeL7CX21xVz1xG3ny4RP684GKFq1qtGlAGTb9ljF4BqVwyhC6OVy7zjBfMliLI4IyxKgISuMj+AjiENs5ynPYyCEi5WOqN4mW8n5eJPJ8f+zkVfKzf/xp1Ch8TNpXWgo6VS4jspRSUxiXT6KOKUTAEughBTnm+8GldiOidHio3IZ48YBmXGGjQ7sR5QPD1RXvvvlz3vzJP3GtPeFktqR/esl2vWGzWtGPIyvf0+vIVdgy4Pj0Zz5B09WioFUNG1vhmg7ftMSqQlmV3GU7Jq+t0FplKrnWFls1EvGVnymFUpG6knA70EmSqtG2QitD1AaUwVQWotDwLKFEJKIsrxkBeAqDCCFISADi9JR7aSkchEpk4IrdZAfYPLP52nuhqUECmNKEBUIAPW6xmyeozVNat0WPAyYGNpcXXDx4TO01xmnMEInbLavHT9mu1/gYWLktj9ZPGW3EzmraRQMGgjGMtmJVtcT5EmeEURoLVWUkTUUCSCbGhpYVro1IOXXdTHxEa4XSEVNlwSGgtSUqg6lqtDIoW6HTpCldC+PO9hlMAnZimhlwTEtBSkmzMuDyea5flnhgc8ilJFWZ2USdMMAYYjPDqRqvkmFAKaq65tr1M45unHB684yTGye08w7daKgUyka0cZwczzk9WdK1MlhhZJpoLKrpiLYmmhplDVobcfySBIFYuCGiIkSFmJd3GSACA5HYsvCQgZ7hwx7Z2CfLETVpmLlMNWRJpcYPaFZZ8rUKCh0Lbp7i6nJHcqxdLs5JUpN4unOshyVWDTQzvNKgFS4GdGVRrUFVGmccq7jh0l+yURu2asNgBsyiQneKqtHYWpQlYc4QUFRth2lmNE1DXbdoW4s5VwsJiNoQE7BzVFkGfIjSTx9DZlE7ZecgNj6vhBCKnFOlJdIxI63SSTcJ4vEpBfeYxDSh3bt7ueQPHc6w0OwM4R02hBQy0DTNrgPpWQQ8Bl21KF3hgGgUIQXqeA19HBniyDYOOB2xXY1pLboxVF0NlQIjKyNqAdQYPBiLqSymasQKWddYW6O1FZu3lhAHlZQgCSSWIyg5ojIpzFAJkiCrpBSfY44iS+k6WmvxMysko+dAOXyuWBhCwEuA6NSZHcYrYlS4IA3mIy9THw0uCKcPnr2lG0vt1GhhNtqAsdi2I2pDQAszqhuCVlBVUFu65YLl6Qn1rEOl4JKoYPQpxjuZQEMQk69gmCCS0halLdoIrTWmSoC3k8aplAFtCek6xiQqGgFgCZ8M7IlcRvnWoaRHRszINJmaAwzOJRTmynJSDu/v/5fJ2B0yQT5FKuV3Q5qQTE+VtqANzazDhzgt5WrWJkBfY358gqkqoccpMMcTU9iZTGAIgeDFZpEzKzJmTQPWdvqmnjIwLGiRLrTWxJCcMj7zJpN0kTTGqe+71V4WmZidMJFLLAPy80Nd5KPk+7sGxKayH968W4rlxJgk24JGJVoPIvtGpfHighUM1wpHRJmKZjZnCBEfmTBSSSA4UYOtDbarkmVRoW2FMhUxSoBPHrxSssJCAOfSio0BF/zko8xjwogKjjYoY+VbWbyNChc8LoTkcEijzqZrzOTqy9/OiJV5XIYNJCklp9pRALictdxACdBcNxdV2AtyvWxvLtuazhOzCohYFpUhIIOv246tG+lHx3Yc6IeBcewTgBVVU0vgO6CNqN/jOE7Ikvuy/y1Z+hnQmbSBFtNCYvzyvjB2ijEK0sm7Iu0kcpFpcxp7KMxKJV7mvuichDSOI9vtlsGNk4uJRCZAi4a2WxBTydwbLTF0uQMe0eZ2k5ek0SmsQiVyoAnagrIExARgKstscQy2oh8H1v2azbDFRcfgHZthM5GdMWTMTtY4rVExENyIzUqOFsAJyRFylslCQKOMFUChCChciHgULmuRUSc47ErJI2ISNDKZycDN445FHPnENDPgysrl7D7v2DW6j+GHdcrnh21oLRkMCpIEIKSmajvmyyMWJ8d08wXRGno3shkH1tsN22GYQhyMMRJoaQxWG7RS+M0GGwK1VpISeLAyJcJq1wc1LftEBqZVIKYApZQoOUrvxMtCxBWRVEgfSUCIifFmOFICPHdk8t0VACnPM4Oa6GqK28hFFbb1HJmqVJK/0/u5DasVVQw0GuI4pDQRGUSMoiDpuqVaLjm9fZujm7dolkuqboatK6qmoq4txiiJEFARbcAqePTBB7z3y19Q+8DpbJY8Qrv+5CMzVwS8sgoKb02MAo8QBaAZyLktEDouq1NayaQLhK4ID5OiS6B2XUdd19NDCnpcdjLfL+8pJQw1t5fbPBxgPrTWaBVZWPjVP/6Ed956kxxIE5PtwUdZ1l5pYlXRLJd0swWqslRNjakr0CIDW2tpq1ocEFoR+i3v3fsV77x1j1nb0XXd1HaJYHkcwuR3KzuEMBHjqBL5iEJaVRIfsyODyUwriuPh7kO5KFVEXpHp3wRQaeCQyxoj2QGSMZDsB0rUSv08sqIN2liMsegiayAGT2cMF/ff55c//gGPPngPHQVDKRi19Edo+6TNGi0ZDCZ5d1Lstq6s7AqEotKaq/ML7t27x2q14fbt28QoceouBsYwsh23DIPEBe4mIsiKyVs5aSFXGCt6Q/ovqzA7y5VgvRJeMAE/6wEFkk45PkqpvR13cqXyvJyxrutYLpfMZrNJfhUat8Pw/M4hZmkUVmnayvLrX77Jg/ffZXN5kUIXkjg22XU0tmpkgEEsfNZa8e5bS9RCFvbkbh3p2pr5rOXRoyesVmuWS4lxEex1k3FuHPsUO77LTsslJuApnTw4SWFCiXWQ5KDYWaB275Xj3R/7M0BJs1WKVTCJSvneOI70fc92u8U5J3RbxWwymACvUqRWnrhyBRA99z98n4snTzk9OZ5MuKFY2jJ5FmNFHje2omo6lK0E2CltsKn2gW614uz4hKaS2Ja6arl9+y6LxYLKGAiS76lilCB8n5OmJPHVx5CAmaKzlKwqpcX652PEhYgLibajk1gpq11iXnZHhvOE4RkIz6O55fNcYpEDnzE6Py8lKK11MiCJ2VIwRqKtlFI8vP8RbuyZtx2kzQdyvXKpS9syKFOJNJPbr6qKykr7JFpbGUPb1nTdnGvXrgOa2WzGC3fv8tILLzOfL0VKwaCCwg3jJB6Xu1xM2JnodNZoXX6uRMz07PSZEqPz+US2d0pAEvYTU5hoUELRiASC+WQVy9cxiJwaSB9XO14ggFeEIJ3JxVrLyckJxhiGccu8m+HGkeDExaayChwka3noNwx9L8+DTLRMjMXUDbZpwYhtRLxTshKtrelmc27feWECmDUVs27Oyx97hZdeepmumwkgQ0z5o55xcATvCG73P0tv3u2EhRJZBSl2FEDo944HTggiD/exuAwuL0s5W/nI2F2+r9S+g3WK40tbJp0cn2KtpZvPuH33RbQ1XFxcMGy2BLeL/QthFyQUnWMYhrRbRCAioQd11cpqKZBEImEF8+fLY46vnaY+iWHM1g22nnHjzot87NVPcvvuS9y5c5fjxRFEjXOBofeM/cjQj3jncOPAOPSMwzZNgIT3ETwhupQUuxNASpiWxXzzz//8W0aLq0gpPQ102vausJDJBGSurCXHBSYLg1JK8mCkxhTvqZTCWkPXdcxmc7SRHYNqYznqav7+jR/S6sjJ0YJ2NpN2YyR4Sd/TMab9UyQJKgSHLhgZyaMUQkw2E0WMmm1UHN9+ic98/otcbVd40eHRpqKezbF1S9vNsKYm+sD16zc5PbvBcnlC3XSyOp0kVMWE6dEPkomcnBDSV8TcG1O+fwQfXQpvzsiYxM9v/vk3v6WT+JKBvVsW+5gvx47Gl88m+pzkWQr6Wtc1dS2Jp1VVS31jsNZwslzy8P6HPPnwfaxWNG2bbMuglcZ7R/Q+DVa2aQpeplnC9ASzvfP4IK67iMWj6IPhE1/4Mqe379APfbLDW7rZAlM1KFPRNUuWyyPOnz5Foei6ObP5ksXymGvXrrE8WuKGkdV6RfCSCReC5G16NxBCFHFYRcK0NZUkH8iml0wb6ACY//A//IdvwW5nm0NA7v5rWapZDc/kPQqQjRj9MFoAWVV2ksuN0RAjlbXoFLADkpatjOXW7Rv8w49+xLhdYdA0qZ5C6PjQb3HDACEQknc/knyQVYPzEe+iGMKU2Li9qvDNjN/7w3/NqA3rzZoItN0MUzUidShD1c6wlexocXF5jlaaqq7Qpk7WSstsNqduaiFp41Z2vXBb3LDF+4HgB0IYUwRXTKksXhxAMQiMIhCjYLjQnWdpTgn8/DzfMTZhbyWaqTZJTVbCxVWIWG0w1hDTqsmSSi5i17bM2wbtet7+5S8Iw4A1YLUFAtYYxsGxWa+JIcrOncnPWDcdtmoYeoePkpZH1HhtGW3LK7/zOV761Kc53/SM40YAW7fiUFEGjKFuRY+YdS2PHj4gjIMgVjL7GmUx1mBtzXwxx5qKcewJ3oHykqvpPMPQE6ctnhK5IRBSJIROYrOesPpgV4mdmJc57f4ERA9ukPS7tm2pbSNp0W5EBS8aIOKlr5IbigPuHrM50za89rtfpjm9zuAdTx8/4uryHLftic7TVjVk6SSCNjW2m9MuT2m6BWhRjoytqZoGO5txdPsFPv27XyHabDuX2MNcvPdYU6fQNFkp1lqcG+iHLdvtWhi4AqVrqmZG1RxxdHqbu3d/i9nilBhkry439gS3ZVhf0a/PcdtL+s05brsiuh4/bvHjluDGnWq/zxh3EskekAtGqpSibVvatp3qxqSoCA3ObFsAlbXR/O7UXlREa6mPz/jtz30erMW5wPrqkmG7wfUOk3iBc15MC3XLbHlCt1iKKFg1NE2LrRuq2ZJ2ccZv/c4XcHXL4EWSatpKbOhprMaIopT7E4Njm3YDneCQmJ5gfIO2LVU9xzQLbtx+iaZbJDNvgOBl54lxwPcb3LCh316x3Zwz9CvcuCG4fofhujDeAylTawfkkLzwMe3asFwuRbUOwjwyZmd5fprANF9TgqmWkIUsnweiiHRNy6uf+SzVbAnK0Pcjq9VK8u6HkaYSSSL6QJWAFYJ4cOpGMiZMPUe1JyxvvsSNlz/Oagj0gySsAuA9LjrQiqYRe5A2UGnFRx++Twwe27QYW9HO5pJkpVQKs9DC8E2NrWY07RHXb71M285RUfhNCJKz6fwA4whOgO+HDeOwZhzWOzlcJ42wDPktbE1TaduWpmmIhTyesZtigihWzqHnI9Px3IaLgWhqjq/f4eOf+SyDEWfHOHqGQQxM2WgWQpKmRnGcxCgKTtQV1DOYH/Pxz3+JaGtCVOJQCYFQ2M7Fg58MXQr6Yc2DB/dp6pa6mTFbnNA2c1GgrBiljK6obENdtWjboHRF2844PjqdEEysnSLBhCiZygSHH7eM/RrvenRlNJWRJauUwlaaxXLG9WtnHC+PJgC3VU1b1XRNK4lIaeOWrH67GIhapXCwZFDJdD/u7MyZrGQSg1AdgtLotuPVz3+R+vQ6Lq24vu8ZhoHROzHJGiOCb9o9zRhD0BpPRWhm3H3t0/h2xpjycPphTQiDrNi0Z4nVRgxoRLZXF7z1i5+LTL44Zn50Rt0KqUJbFMlYlpDQWEVdi6ibyWc769L4PCF6nB8ZxyFlKI+oGFHeEYYe3bYt87nMpnNCxy4uLnjy5AnjKLS3rkV2XiwWE6kIRVJpLvlZPvLGjPn60DaSj+l9Y+lObvK5r/8LfNOxCYiXp9/iRyeGqGSvj1GyiQFs3RC7OWcvvcLZCy/Ta4lRUTpy/ugR68unRO9QUbbeCyFwdXXJe++9y3vvviPpikfHzJZH2LbD1I3EfKf+mbytB2B02sgmB9hrTdd1IpsX6YF5AgSbkjI5OsyfffPPvtUPA30/4F1EK0NdN1SVzKD3gc1mw2wmUUwhDTJ4oclCg/UkDtq6Sb7BbG0TeV1roXN1I3F7GdA5a04BWimUVlRty2y+4OGjR/hxQHkncnxVYW0l0WFK4ZzkbTpdo5anvPq5LzIoy+ADxmhqpXjrFz/l4Qe/5ur8nHEY2PaO9bbHB4exmrruqOoGYytMXVNVNcZoIp6x31JZsbvHZAg12lJpSQhbXTyBOOD9ltXqSuIwReAGLX5PsiNdFHT0OI57mJoxdxgGhkF2bMizmBlrrhujJLVWVTUtrxDChAHWind7MhcUNL/E8HxEbcA2NIsTbn7sE/zOV36f9vQmV15zNQYeXa64XG0ZQ2AcXYphMfQRXvzt1xiNZb3dCONyDkXkaNYxb1pms9lEBjKvyv0mp5Gkc6UUeI/3TnaVLnZyy+NyY4/3EimgCh+AzvEuWnhgRqyQ7EL7m4wl77JLhqLtdksIgbZtdxkAgE8bvMQoYcgaRVU1aC2SAyB7R2lLlcJ8hbw4hqFnGHpZbojUoorUaKUMqmpplqcsbrzIl/7o3/CJr/4Lmjsv0dczHm22fHR+ztOrFevBs/KB2bXrdKenBCXGsUorlJeNZrSydPNj2m6JbefUbZe2ZcrhbZnRi9VTpfSaGOO0dbYgiYxTpdyd7XaT9kyJQOFSlLUqiJmogVIqReEozDe++WffQm6nv/uWvxhlPxL5MQsFaTfKnJWVZ1dcaEJWvPfoxBRNiT2IkcenEOZ8UEo3IbLZrHn77V9z7+1fMz864dVPfoobd19geXyNazdv0i6WDC7yeLXl0nn+2Ve+gu7mbMeRcdhwfv6Uhw8+4tHDBxAi7ayjmc2pmw5TdaKA5U3DZNBErSeRVRC8Zxi2YmhLm5hprbFVhVHw6P77dI1i6FdEAn2/wTmBSQwBH9KqUEqMZiAy/d+9/rdppAnQRVhunr0bN27I7CqFNpKKt1mtidFTaUl+qioRFV2UnwxgypzIDHTHVEMI2CR+1pUwIe89H330EY/vP6C2suwhsNn0LGYd189O6Tcrnj5+TFNVIi0BaMXRyQlX6xUPHjzg6uqCYRgmo1lVNYmBZqVLxucng1IafrZgNh2VsQz9JVcX51hradsZSldoWzObLYh+y5v/+EPOTjqePP6QutJ89OB9VqsrjIq4kHOV7BRtq7XYjSZ0zsDIpaS1GTszGRHaLICNyfPjnBNnbgo9ILnhQiGl5GVnjMEniejq6or79+/z5ptvcvn0nOVyyfL4lOXJMSdn17l15wVU03HZj5j5Mcd3XkItj9nWHXp5THftjIcX57zzzjus11cicSwWtPMZVduhKjFAKWPkSNhtjHlmbxOfBIFYZFJ7N0DK9kiQEc+OS7sH+V0co+SWjkn8FAtiHnsu0wY1+QMAMeXAhLSZwO6+WOUyUwwhMLpedsWJDgiy/aeOyfOt8D5K9kOm0cVmAlqJ76+uLWdnZxxfO6VuG4l1iQqlLXXbMD8SuXh0gapuOTo+pW462vmM9eqCRw/vY5ua+dExs6MT6tmCqu4wtsLWOWJ2l8YnEw+6EsQAZIuR7DacbEoBlzYTc1HsKgCb7QpjFcOwRSkxbOksUCRdJPMylOShZtq/FwiUS56EPNP5fOpQ1NS1/LhFSL86QloBueEM1Fwnd0AVMSAT4Au7eVa0ghIZvHciCdRdi7KGcRxxLrBczun7De+//z5VVbFYLKibVoBrawGslZhukzA7A11riVsnydEZWCpE2YYprW6tFH7s8V5S1EFS4YfthiaZa+umIZKUOLWTwnZbo0oRGEu+RUrV2y2bnKSvlGBz9GkH4SiADUG2nJZlKRKIc4PktyezrDIpq0tHogriHEhqfk61kwkR20sevLIKXWmqykyb5WbnrNYSfKM1KBz3fvlzIp5uPqNqW4ytxd6j1RQgGhNwy3PPLhc0r+wYBKmEPMok60QmxrEn4kVwCIHtdo21GucGqqbdizOf2kvZ1XllZ817oiO7B1Iy8KfZL7A8X2daLX7I7IN81pNfro7cbvmd/Xs7pah8t+QpABeXTwFouzl1MwNtJV28UKpUNp6l6CzJYNDJ5ykGtFw3A8p7RxjFu6QUYr4Ye4IbqbTGh5Fx6GW7bUBb+Vmbcgy5zbyqyzHqmGIDDwedrzMWl0ADsRrmpZoVG/wOG42upkPyhkRCyEDLh7iNigMmj7cq4mMmG42kE7C62tAtFsyOTiSJykhgvUokKw/aKPm5g+l7UZwXOmhs0o611gQViDqiosclVxpACB43bmXVq0C/uUInxqmUmD22aSu9nNFXRkLkqIaMznuKT3lM94rd45WSHyfK19meLB0rSZI8z1iTaWd+ljEiFvEa+V1RHZ5dHbn9kALjR+/oZjMJxs/pHilV77Dkb1Osmnwvi4mqkKKiz4pd0jL9SAye4HpWV5fUtcU5N/ExYZ7y7dzfcmxleSZ6Vs73K6r0TGstbiS/M3XuMFAR4i4DIU4MMYctqIzA8h1EAs7vZkUkl5giogTTwhQJFaOfeEuecK1l/9fcF59WrFzn+JBdu1pLuopPuUEh23piRCM/k+DGLSp6jIJx7FFxxI0Dm80Kay2Di7SzhUgkboDUN62ZfqsChO9F/PSjfpqC5kyDz6JisWNOXnokJkZBp0vszZOnJsVJSgZMPs9YnuvtvYfYHQ7byQDNfSknW6kc4J/Op/YEEPkb5fdytG9uM8vbEY9zw0RGYpAJcMMakzK2Q1TUTYsPI86NKJV/YUWEBzGs7WxI+ZuaAhtzCckJPC2xLPKlzo2j/IYDiVzkNnL4137JuLy/bPP/XExa2pH0C4Ne+pDDzjIvyJN2ONm5KKUg/eJJtoGXJY+1BDwF2YnBgRcyQpSdhggeP/Zs1ldUxtBvBtrZEVEbNpuVbPtU5EbFGIl+TEavndk2BEkknC6mWSjoZ9nRkCyBPu1wo0Kyk9j9sNz/WsmDPRz04RGSfJ+xOTPoGGV1yETvVpZS4gjP59O9g2/n+uXY8tgFw9O2qEEUuUxeYxgSw5TfjZvNF2it6dcb+eGPQkEkfStj9x5sy48fDnq/M3JujEFHGLc9MTHObJzf29L5oEztAigxGinYbSOaPEgx7bo2tZHU8AkBlErSi+yLFfJO/Qm2O0xVKC+5PHv9OfjthjQyobPeJQY5ELyfKL/8nIwjhoGrZD6oqgo3iqadPUJRp8yNKJuKBdJmDkCIYi3dX48HJRbYEoI4cBsrRifvPX3fTzNb0tRcDs/zUT7bYbnsUJztL6HQTHfvlSYIIT0qelGdI5LCl4E77SWbGWfhY80yvRabc4yiZeZ+yA74ovihZH9ZrYSvbLdb2rZGEcWskchdzmwrMbrE7Fz27eHPKRmIKmUPADTJazMMg/j9EoZzMKhDIOdvqMQXpt8/Tu9lJqNU2jPqQJEBUbdV4iMhODabFbDzlebvZBpuiNj0etmXkCQHlfKZdnBINNePeyIxPjD2A1qL7QQCw3aFRkkuvzZYU8seu6m3SinRODMzzkwzlxLo+bzE3JC8QfleBu7OWrYP7HxNMdj84XLwJMvioZa6w+bfXGKMsmvnQZuenbw/fZekoBXvyq6veVcJuecP9hcHcF5+WgwQeT8M9Js1VdVI1EDifYd9nsabQDsxzVJ0yg3nRkrMGYNw5Dy4zMCUMbIjXGojd/g3lfwspo0fvY8p6XRHsyfgJQDIdRZPhVTUdUtlU0rKHqNMW5Um+4nS+8oTeRMDLI8vVvzdj37Ge/cfM/gdORO6K8jjBtmsPWu/Lm3YXjcdKEmu1VoMWCRfkjpg3ELgilICPQOkHHzubCj2jRqLnKByYsqSJyjfz+d5wrJcn5mPKrW+YvJyKIf38vvHxqRdPFXK5y9IR0he84hPUofQZQCtUiw5FS4afvXrD3n1k6/x//znv+b1H/09j5+epzyglMKuEr8oNODNZoNJ3vwQRf43RcRZ/p8nL++kJOvoOT98lzueB50/FBKtzYMfBvlB6Fw30+HD9zOA8zeUFp9hCWydd9JJWmcIsqVF/n5UCXe0Sl6V3aSIhTMx46TsqOgneV7KTpnrx8j/+r/9J/7Hb/9PvP/wKVFX2HbObHnCk8vVpMSAbPI+DBJ0pBPpHIYhbdlaodTObZjHV5YYxV9MZppx4qg79A+FZqkKW3L+WF76+T1j5LeIMwCmD6WSn+mCzmU5O9/P3yjfzX3L/SjbzNfShwhTkLwkTInjekfaMkBAc+9Xb/OF3/0KX/y9r/LRg8f8z//L/86HDx/z8PEF4+BF7U+TCBo3CqnJZtkQoWk6VDKAlWPPY8oljwkJqJ5uw16n9jEUvfNYey8dMvVuiQPThOU28rsl8JScEHf7mSVZfqexZgDHGPHs9iFUaqfcUAyknIjcZ5CV6GIQb01e4kqY3rWzG/zi3j0uLlc8fnrF4GCxPOW9Dz7gzgt30TFMqr1zjtF7QGOtaJd1XYvrTmuG5JozSRzSxT5gRsk+tTHBZAJ4BlKerT0gpWcZKD5pmjmuY4dhAoSMqbmd3EZuJwM1JEUq0+1ygso2Q3IY5JLFtTwxU59DAlL6rU1BhJ1UogpD17Ub16mqivfee4/z83MAnjx5wpe//CWuLp+IROMGSAlhwzBgjBJWHMKUyJXtPjoLF88hz9O4FPx/WwU1aMAmDfgAAAAASUVORK5CYII=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923" y="1826779"/>
            <a:ext cx="2399347" cy="242542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7401" y="1826779"/>
            <a:ext cx="2590798" cy="242542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656" y="1826779"/>
            <a:ext cx="2524454" cy="241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181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2664" y="310985"/>
            <a:ext cx="4113927" cy="1507067"/>
          </a:xfrm>
        </p:spPr>
        <p:txBody>
          <a:bodyPr/>
          <a:lstStyle/>
          <a:p>
            <a:r>
              <a:rPr lang="en-US" dirty="0" smtClean="0"/>
              <a:t>Our time spent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29767" y="2657724"/>
            <a:ext cx="1317322" cy="70255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Week 1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29767" y="4110161"/>
            <a:ext cx="1317322" cy="702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dirty="0" smtClean="0"/>
              <a:t>Week 2</a:t>
            </a: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29767" y="5562599"/>
            <a:ext cx="1317322" cy="702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dirty="0" smtClean="0"/>
              <a:t>Week 3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2999232" y="3036292"/>
            <a:ext cx="7726680" cy="32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2999232" y="4569575"/>
            <a:ext cx="7900416" cy="595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2999232" y="6034193"/>
            <a:ext cx="7900416" cy="595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246120" y="2889504"/>
            <a:ext cx="851095" cy="176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312662" y="2889503"/>
            <a:ext cx="851095" cy="148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333484" y="2788923"/>
            <a:ext cx="851095" cy="248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363712" y="2657724"/>
            <a:ext cx="851095" cy="365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9515855" y="2657724"/>
            <a:ext cx="851095" cy="3677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4265324" y="4371393"/>
            <a:ext cx="851095" cy="248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312661" y="4371393"/>
            <a:ext cx="851095" cy="248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7333484" y="4110161"/>
            <a:ext cx="851095" cy="491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8363712" y="3721608"/>
            <a:ext cx="851095" cy="846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9515854" y="3721608"/>
            <a:ext cx="851095" cy="8463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265324" y="5836011"/>
            <a:ext cx="851095" cy="248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5312660" y="5660136"/>
            <a:ext cx="851095" cy="4038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355079" y="5810792"/>
            <a:ext cx="851095" cy="248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7333484" y="5632704"/>
            <a:ext cx="851095" cy="424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8363712" y="5202936"/>
            <a:ext cx="851095" cy="843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9515853" y="5088570"/>
            <a:ext cx="851095" cy="9582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2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6777" y="190766"/>
            <a:ext cx="5143499" cy="1374266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93" y="2025161"/>
            <a:ext cx="2057400" cy="2057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338" y="4258407"/>
            <a:ext cx="2127738" cy="2127738"/>
          </a:xfrm>
          <a:prstGeom prst="rect">
            <a:avLst/>
          </a:prstGeom>
        </p:spPr>
      </p:pic>
      <p:pic>
        <p:nvPicPr>
          <p:cNvPr id="1026" name="Picture 2" descr="microsoft teams icon logo symbol 27179374 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843" y="1890589"/>
            <a:ext cx="2191972" cy="219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chier:Visual Studio Icon 2019.svg — Wikipédi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6098" y="3863571"/>
            <a:ext cx="2234008" cy="2223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15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7612" y="3221239"/>
            <a:ext cx="6173788" cy="1507067"/>
          </a:xfrm>
        </p:spPr>
        <p:txBody>
          <a:bodyPr/>
          <a:lstStyle/>
          <a:p>
            <a:r>
              <a:rPr lang="en-US" dirty="0" smtClean="0"/>
              <a:t>Lets get to the game!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34390" y="1344895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Thanks for the attention!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55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2628</TotalTime>
  <Words>100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Wingdings 3</vt:lpstr>
      <vt:lpstr>Slice</vt:lpstr>
      <vt:lpstr>NovaCode</vt:lpstr>
      <vt:lpstr>Our game</vt:lpstr>
      <vt:lpstr>The creators</vt:lpstr>
      <vt:lpstr>Our time spent</vt:lpstr>
      <vt:lpstr>Technologies Used</vt:lpstr>
      <vt:lpstr>Lets get to the game!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NovaCode</dc:title>
  <dc:creator>Admin</dc:creator>
  <cp:lastModifiedBy>Admin</cp:lastModifiedBy>
  <cp:revision>14</cp:revision>
  <dcterms:created xsi:type="dcterms:W3CDTF">2025-12-04T13:49:08Z</dcterms:created>
  <dcterms:modified xsi:type="dcterms:W3CDTF">2025-12-07T15:07:08Z</dcterms:modified>
</cp:coreProperties>
</file>